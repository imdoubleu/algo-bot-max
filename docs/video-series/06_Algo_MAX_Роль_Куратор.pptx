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81728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66928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13232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C8F5"/>
                </a:solidFill>
                <a:latin typeface="Arial"/>
              </a:rPr>
              <a:t>ВИДЕО ПО РОЛИ · КУРАТОР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3611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Работа куратора с учениками и новостями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383280"/>
            <a:ext cx="35478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8DFFC"/>
                </a:solidFill>
                <a:latin typeface="Arial"/>
              </a:rPr>
              <a:t>Группы, начисления, контроль заказов и адресные рассылки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53328"/>
            <a:ext cx="3383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BB9E8"/>
                </a:solidFill>
                <a:latin typeface="Arial"/>
              </a:rPr>
              <a:t>Серия видеоинструкций ·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512064"/>
            <a:ext cx="6675120" cy="583387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512064"/>
            <a:ext cx="667512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57216" y="566928"/>
            <a:ext cx="6419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Интерфейс роли: куратор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535049"/>
            <a:ext cx="6528816" cy="40805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Рабочая область куратора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888614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52622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208654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учеников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ограничен разрешенными группами.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Рабочая область куратора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179149" y="344692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43157" y="351093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499189" y="378525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Контролируйте выдачу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Куратор видит связанные заказы.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Рабочая область куратора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899464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63472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219504" y="472708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рассылки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Адресные новости доступны в меню.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Куратор может подтверждать доставку на площадку, но не отменять заказ.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Начисление AC: куратор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696931" y="389900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939" y="396300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016971" y="423732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выбора появится список доступных учеников.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Начисление AC: куратор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576376" y="43510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40384" y="44150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896416" y="46894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причину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Сумма подставляется из правила текущего города.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Начисление AC: куратор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540812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04820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860852" y="510381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Отметьте учеников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Перед начислением проверьте список и итоговое количество.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успеха откройте историю AC и убедитесь, что сумма и причина записаны один раз.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ОТЧЕТ 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Период, преподаватель и группа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25564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572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545604" y="367223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период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быстрый интервал или даты.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ОТЧЕТ 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Период, преподаватель и группа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647505" y="39743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1513" y="40383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967545" y="431267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преподавателя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Можно оставить всех сотрудников.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ОТЧЕТ 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Период, преподаватель и группа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817485" y="39743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81493" y="40383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137525" y="431267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группу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Фильтры применяются вместе.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Куратор проверяет операции только по доступным ему группам и ученикам.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Категория, формат и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Получатели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984455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48463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304495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получателей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Родители, ученики или обе категории.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Категория, формат и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Получатели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05009" y="42003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69017" y="42643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425049" y="453871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формат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Очные, онлайн или индивидуальные группы.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Категория, формат и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Получатели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25564" y="502919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572" y="509320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545604" y="536752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площадки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Выберите площадки и конкретные группы.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Куратор видит только доступные ему группы и проверяет итоговое число получателей.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ТИПИЧНАЯ 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Аудитория пуста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92608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94261"/>
                </a:solidFill>
                <a:latin typeface="Arial"/>
              </a:rPr>
              <a:t>ВОСПРОИЗВЕДЕННАЯ ОШИБКА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015984" y="2066543"/>
            <a:ext cx="2578608" cy="1499616"/>
          </a:xfrm>
          <a:prstGeom prst="rect">
            <a:avLst/>
          </a:prstGeom>
          <a:solidFill>
            <a:srgbClr val="FCE7EC"/>
          </a:solidFill>
          <a:ln w="1016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3" y="2267712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Что произошло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3" y="2651760"/>
            <a:ext cx="221284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Выбранная группа недоступна или фильтры исключили всех получателей.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5984" y="3822191"/>
            <a:ext cx="2578608" cy="1627632"/>
          </a:xfrm>
          <a:prstGeom prst="rect">
            <a:avLst/>
          </a:prstGeom>
          <a:solidFill>
            <a:srgbClr val="E1F6F3"/>
          </a:solidFill>
          <a:ln w="10160">
            <a:solidFill>
              <a:srgbClr val="149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3" y="4023360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Как исправить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3" y="4407408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Сбросьте лишние условия, выберите доступную группу и снова рассчитайте аудиторию.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Текст новости и изображение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886" y="2432303"/>
            <a:ext cx="185512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1455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2095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48386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заголовок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 должен кратко объяснять тему.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Текст новости и изображение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886" y="2432303"/>
            <a:ext cx="185512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35034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Напишите сообщение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Укажите дату, место и действие получателя.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Текст новости и изображение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886" y="2432303"/>
            <a:ext cx="185512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405201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фото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Поддерживаются JPEG, PNG и WebP.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Черновик сохраняется автоматически до финальной отправки.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Добавление эмодзи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 -&gt; кнопка эмодзи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2" y="2432303"/>
            <a:ext cx="17428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93667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00068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27500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набор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показывает доступные эмодзи.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Добавление эмодзи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 -&gt; кнопка эмодзи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2" y="2432303"/>
            <a:ext cx="17428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87777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символ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 вставится в позицию курсора.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Добавление эмодзи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 -&gt; кнопка эмодзи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2" y="2432303"/>
            <a:ext cx="17428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48054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 набор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Текст сообщения сохранится.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Не требуется системная клавиатура: эмодзи доступны внутри редактора.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Финальная проверка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Проверка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162" y="2432303"/>
            <a:ext cx="224657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10786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17187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44619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аудиторию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роли, площадки, группы и количество.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Финальная проверка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Проверка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162" y="2432303"/>
            <a:ext cx="224657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50104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сообщение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текст, ссылку и изображение.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Финальная проверка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Проверка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162" y="2432303"/>
            <a:ext cx="224657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21756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28157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555894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Отправьте один раз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Дождитесь итоговой статистики.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отправки текст не редактируется; исправление отправляется новой рассылкой.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Куратор · Algo MAX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24528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2194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3401568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Роль</a:t>
            </a:r>
            <a:br/>
            <a:r>
              <a:rPr sz="3000" b="1">
                <a:solidFill>
                  <a:srgbClr val="FFFFFF"/>
                </a:solidFill>
                <a:latin typeface="Arial"/>
              </a:rPr>
              <a:t>«Куратор»</a:t>
            </a:r>
            <a:br/>
            <a:r>
              <a:rPr sz="3000" b="1">
                <a:solidFill>
                  <a:srgbClr val="FFFFFF"/>
                </a:solidFill>
                <a:latin typeface="Arial"/>
              </a:rPr>
              <a:t>готова к работе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13248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9C8F5"/>
                </a:solidFill>
                <a:latin typeface="Arial"/>
              </a:rPr>
              <a:t>Руководство по роли завершено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8032" y="987552"/>
            <a:ext cx="6172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1172F"/>
                </a:solidFill>
                <a:latin typeface="Arial"/>
              </a:rPr>
              <a:t>Что проверить после просмотра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7190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172821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Проверить группы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993391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доступную аудиторию филиала.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7432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75234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724912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Подготовить новость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17520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формат, площадки и группы.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7673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7764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74904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Сверить отправку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41648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число получателей до публикации.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28032" y="5230368"/>
            <a:ext cx="6254496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28032" y="523036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5358383"/>
            <a:ext cx="59253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Следующий материал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650992"/>
            <a:ext cx="59253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Для редких операций и спорных ситуаций используйте полное руководство по ролям.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