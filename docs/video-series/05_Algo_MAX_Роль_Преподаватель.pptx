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ПРЕПОДАВАТЕЛЬ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Ежедневная работа преподавателя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Свои ученики, начисления, QR-коды, прием и выдача заказов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преподаватель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913" y="877824"/>
            <a:ext cx="1355692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Рабочий экран преподавателя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нижнее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02" y="2432303"/>
            <a:ext cx="1753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5968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 сокращает список до нужной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Рабочий экран преподавателя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нижнее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02" y="2432303"/>
            <a:ext cx="1753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ученика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Карточка дает доступ к разрешенной истории.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Рабочий экран преподавателя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нижнее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02" y="2432303"/>
            <a:ext cx="1753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353111" y="566964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17119" y="573365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673151" y="600797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открывает массовое начисление AC.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не видит чужие группы и не может отменять заказы.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66673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681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786713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ученика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внутри разрешенных групп.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998317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62325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318357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Чужие группы не отображаются.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023030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7038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343070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видит разрешенную историю.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видит только своих учеников и назначенные ему группы.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Групповое начисление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96" y="2432303"/>
            <a:ext cx="2144902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37157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43558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70990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Ниже останутся ученики этой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Групповое начисление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96" y="2432303"/>
            <a:ext cx="2144902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27573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33974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61406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связана с правилом текущего города.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Групповое начисление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96" y="2432303"/>
            <a:ext cx="2144902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29291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35692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63124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учеников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показывает количество выбранных.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проверьте новые операции в истории AC.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Своя причина и сумма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Своя причина и сумма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02" y="2432303"/>
            <a:ext cx="19180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7638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свой вариант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Появятся два ручных поля.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Своя причина и сумма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Своя причина и сумма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02" y="2432303"/>
            <a:ext cx="19180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69014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75414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02846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Текст должен объяснять начисление.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Своя причина и сумма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Своя причина и сумма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02" y="2432303"/>
            <a:ext cx="19180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сумму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число до отправки.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Кастомная операция сохраняется с автором и доступна в отчете.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QR-коды учеников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61" y="2432303"/>
            <a:ext cx="189337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4619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Показаны только ученики преподавателя.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QR-коды учеников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61" y="2432303"/>
            <a:ext cx="189337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ученика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Карточка показывает доступность QR.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QR-коды учеников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61" y="2432303"/>
            <a:ext cx="189337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Покажите код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создается при активной родительской связи.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родитель не подключен, экран объяснит перейти по ссылке из письма.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 недоступен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61" y="2432303"/>
            <a:ext cx="1893373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2066543"/>
            <a:ext cx="6949440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65836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Родитель ученика еще не подключен к системе.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822191"/>
            <a:ext cx="6949440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023360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407408"/>
            <a:ext cx="6583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Попросите родителя открыть письмо школы и перейти по своей персональной ссылке.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275" y="2432303"/>
            <a:ext cx="122234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7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5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7" y="314480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видит только свою очередь.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275" y="2432303"/>
            <a:ext cx="122234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7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5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7" y="412430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ученика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и группа должны быть вашими.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275" y="2432303"/>
            <a:ext cx="122234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7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5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7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заказ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состав до получения.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Количество и состав доставленных заказов видны в общей выжимке и карточках.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заказа на площадке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 площадке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3" y="2432303"/>
            <a:ext cx="222614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14480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«На площадке»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Здесь только фактически доставленные заказы.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заказа на площадке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 площадке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3" y="2432303"/>
            <a:ext cx="222614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товар и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заказа на площадке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 площадке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3" y="2432303"/>
            <a:ext cx="222614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Нажмите «Учитель получил»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Статус меняется после передачи преподавателю.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Следующее действие — «Передать ученику» после фактической выдачи ребенку.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 еще не доставлен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3" y="2432303"/>
            <a:ext cx="2226148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2066543"/>
            <a:ext cx="6949440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65836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Кнопка приема недоступна, пока заказ не появился на площадке.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822191"/>
            <a:ext cx="6949440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023360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407408"/>
            <a:ext cx="6583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Не меняйте состояние заранее; дождитесь доставки и обновите список заказов.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Выдача заказа ученику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У учителя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80" y="2432303"/>
            <a:ext cx="229213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14480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«У учителя»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Здесь находятся принятые преподавателем комплекты.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Выдача заказа ученику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У учителя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80" y="2432303"/>
            <a:ext cx="229213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873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1513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4256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ученика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имя, товар и количество перед выдачей.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Выдача заказа ученику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У учителя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80" y="2432303"/>
            <a:ext cx="229213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Передайте ученику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кнопку только после фактической выдачи.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действия заказ перемещается во вкладку «Получены».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Результат выдачи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4619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состояние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Карточка подтверждает завершенную выдачу.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Результат выдачи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историю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Последняя запись — «Заказ передан ученику».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Повторное нажатие не требуется: история хранит дату и итоговое состояние.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Преподаватель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2500" b="1">
                <a:solidFill>
                  <a:srgbClr val="FFFFFF"/>
                </a:solidFill>
                <a:latin typeface="Arial"/>
              </a:rPr>
              <a:t>«Преподаватель»</a:t>
            </a:r>
            <a:br/>
            <a:r>
              <a:rPr sz="25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Открыть свою группу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Убедитесь, что в списке только ваши ученики.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Начислить 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Проведите одну операцию и проверьте историю.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выдачу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заказы, доставленные на площадку.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