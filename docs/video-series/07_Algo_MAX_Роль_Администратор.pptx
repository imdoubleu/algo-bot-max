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АДМИНИСТРАТОР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Операционная работа администратора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Ученики, AC, заказы, товары, склады, сотрудники, импорт и рассылки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администратор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535049"/>
            <a:ext cx="6528816" cy="408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и фильтр по группам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66673" y="34092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681" y="34732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786713" y="37475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запрос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Ищите по ФИО, группе, ID или преподавателю.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и фильтр по группам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938040" y="34092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2048" y="34732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258080" y="37475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Новый фильтр групп сохраняется.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и фильтр по группам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023030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7038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343070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Стрелка показывает данные и историю ученика.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Отдельного старого фильтра «История ученика» больше нет.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Статус, день рождения, баланс и история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открыть ученика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42" y="2432303"/>
            <a:ext cx="512997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50035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4043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70075" y="386059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данные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Группа, преподаватель и день рождения хранятся вместе.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Статус, день рождения, баланс и история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открыть ученика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42" y="2432303"/>
            <a:ext cx="512997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96827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60835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16867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статус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новое состояние и причину.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Статус, день рождения, баланс и история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открыть ученика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42" y="2432303"/>
            <a:ext cx="512997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96827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60835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16867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Скорректируйте 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итоговый баланс и обязательную причину.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История сохраняет автора, дату, старое и новое значение.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НОВЫЙ 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ученика и связи с родителем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67" y="2432303"/>
            <a:ext cx="555692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81723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5731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01763" y="397361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Заполните ученика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ФИО, ID, группу, статус и день рождения.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НОВЫЙ 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ученика и связи с родителем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67" y="2432303"/>
            <a:ext cx="555692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2217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46225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802257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родителя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Связь родитель–ученик создается сразу при наличии данных.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НОВЫЙ 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ученика и связи с родителем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67" y="2432303"/>
            <a:ext cx="555692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2217" y="484083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46225" y="490484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802257" y="517916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MAX-связь ребенка можно добавить позже.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Связь с MAX необязательна; обязательна только корректная карточка ученика.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683069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7077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003109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заказ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включает заказ в массовую операцию.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094158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58166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414198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Подсказка показывает доступный источник.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143585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7593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463625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Стрелка открывает карточку и состав.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Выбор чекбокса не сворачивает площадку и не меняет статус сам по себе.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Склад для каждой 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 -&gt; склад для списания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250277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14285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570317" y="457638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показывает доступный остаток.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Склад для каждой 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 -&gt; склад для списания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563197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569598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597030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фиксирует склады всех позиций.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Склад для каждой 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 -&gt; склад для списания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023030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7038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343070" y="284341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Крестик оставляет заказ зарезервированным.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подтверждения заказ переходит в «Ожидает доставки».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 складе нет остатка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Выбранный склад не может зарезервировать нужное количество товара.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Проверьте остальные склады или сначала исправьте фактический остаток товара.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683069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7077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003109" y="419965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разделен по источнику товара.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44732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740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64772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Одинаковые позиции объединены, количество суммируется.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386059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Только обновление фиксирует готовый набор.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служит промежуточной отметкой; строка не исчезает сразу после нажатия.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803623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67631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123663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площадку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Внутри заказы сгруппированы по преподавателю.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4473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74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64772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доставку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Ставьте галочку после фактической доставки.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661367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5375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81407" y="386059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Рабочая кнопка применяет выбранные заказы.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Заказы в статусах «На площадке» и «У учителя» больше не показываются в сборке.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готовый вариант или свой текст.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возврат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AC вернутся ученику после подтверждения.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370831" y="551895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558296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690871" y="585728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Отмена необратима обычной кнопкой.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Отмену на любом этапе выполняют только администратор или директор.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Не указана причина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Система не подтверждает отмену без объяснения операции.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Выберите готовую причину или заполните собственный текст, затем повторите подтверждение.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133" y="2432303"/>
            <a:ext cx="479659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55410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9418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75450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Фильтруйте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статус, категорию и поиск.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133" y="2432303"/>
            <a:ext cx="479659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13879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7887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33919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товар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Откроется единая карточка товара.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133" y="2432303"/>
            <a:ext cx="479659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289471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3479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609511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Редактируйте цену, тип выдачи и остатки.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SKU вручную не вводится: технический идентификатор формируется автоматически.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физического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33001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7009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53041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Заполните карточку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Название, категория, цена, описание и фото.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физического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18120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2128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38160" y="40489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выдачу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Для обычного товара оставьте выдачу со склада.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физического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18120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2128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38160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Укажите остатки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Количество задается отдельно для каждого склада.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сохранения проверьте карточку товара в магазине.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Цифровой товар и пул кодов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-&gt; тип «Код сразу после покупки»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33001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7009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53041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цифровой тип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Физический склад для него не нужен.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Цифровой товар и пул кодов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-&gt; тип «Код сразу после покупки»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18120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2128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38160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коды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Каждая строка — отдельный код выдачи.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Цифровой товар и пул кодов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-&gt; тип «Код сразу после покупки»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1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18120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2128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738160" y="52545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доступность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Активных кодов должно хватать на продажи.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выдается сразу после покупки и исключается из доступного пула.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84" y="2432303"/>
            <a:ext cx="436089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98653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2661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818693" y="40489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переименовывайте обязательные колонки.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84" y="2432303"/>
            <a:ext cx="436089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588876" y="427573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52884" y="433974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908916" y="461406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файл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Поддерживается подготовленный XLSX или CSV.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84" y="2432303"/>
            <a:ext cx="436089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66318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30326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86358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Ошибочные строки исправляются до повторной загрузки.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Шаблон содержит пример и правила для физических и цифровых товаров.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10" y="2432303"/>
            <a:ext cx="563924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35576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1977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675808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основной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подставляется в новые складские операции.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10" y="2432303"/>
            <a:ext cx="563924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949820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13828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269860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понятное название и адрес.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10" y="2432303"/>
            <a:ext cx="563924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13744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7752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833784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Старые заказы при этом не переносятся.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Основной склад — персональная настройка сотрудника, а не города целиком.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397361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актуальную структуру колонок.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491386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5394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811426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лист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«Шаблон» и «Сделки».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таблицы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299703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3711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619743" y="499079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файл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Предпросмотр не изменяет базу.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Город берется из строки; администратор подтверждает импорт только в текущем филиале.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Ошибка строки импорта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Предпросмотр нашел неизвестный город или незаполненное обязательное поле.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Исправьте отмеченную строку в таблице и загрузите файл повторно до записи данных.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Родители, ученики и MAX-аккаунты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Связи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85841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9849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605881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Фильтруйте связи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Проверяйте роль и текущее состояние.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Родители, ученики и MAX-аккаунты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Связи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611940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75948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931980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пользователя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принимает имя и MAX 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Родители, ученики и MAX-аккаунты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Связи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842199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06207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7162239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действия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Отозванную связь можно оформить заново с другой ролью.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Удаление связи не удаляет ученика, баланс, заказы или историю.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Одноразовая ссылка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 сотрудника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3514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9915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55188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полномочиями администратора.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Одноразовая ссылка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 сотрудника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803321" y="442642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67329" y="449043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123361" y="476475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Создайте ссылку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Ссылка действует семь дней и срабатывает один раз.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Одноразовая ссылка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 сотрудника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347925" y="442642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1933" y="449043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667965" y="476475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 форму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Без создания ссылки данные не меняются.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Ссылку передают конкретному сотруднику; повторное использование не создает новую связь.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65287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29295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485327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Ограничьте историю нужным интервалом.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853049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17057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173089" y="427500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событие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сотруднику и действию.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40812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4820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860852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детали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 записи есть автор, время и объект изменения.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 истории остаются только действия внутри текущей системы: автор, время и измененный объект.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администратор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30083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4091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50123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выбора появится список доступных учеников.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администратор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606515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70523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926555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подставляется из правила текущего города.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администратор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9506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907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15102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учеников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начислением проверьте список и итоговое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откройте историю AC и убедитесь, что сумма и причина записаны один раз.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96932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0940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16972" y="367223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быстрый интервал или даты.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29421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93429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949461" y="43126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преподавателя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Можно оставить всех сотрудников.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853652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7660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173692" y="4312676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Фильтры применяются вместе.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Администратор сверяет период, ученика, причину, сумму и автора операции.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49795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3803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269835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получателей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Родители, ученики или обе категории.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73364" y="42003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37372" y="42643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93404" y="45387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формат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Очные, онлайн или индивидуальные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96932" y="502919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0940" y="509320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16972" y="536752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площадки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Выберите площадки и конкретные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 перехода к тексту администратор проверяет город и рассчитанную аудиторию.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455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2095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838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заголовок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должен кратко объяснять тему.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Напишите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дату, место и действие получателя.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фото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JPEG, PNG и WebP.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Черновик сохраняется автоматически до финальной отправки.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4619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аудиторию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роли, площадки, группы и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текст, ссылку и изображение.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21756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8157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55589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Отправьте один 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Дождитесь итоговой статистики.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отправки текст не редактируется; исправление отправляется новой рассылкой.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Администратор · Algo MAX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2500" b="1">
                <a:solidFill>
                  <a:srgbClr val="FFFFFF"/>
                </a:solidFill>
                <a:latin typeface="Arial"/>
              </a:rPr>
              <a:t>«Администратор»</a:t>
            </a:r>
            <a:br/>
            <a:r>
              <a:rPr sz="25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Открыть заказы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Начните с очереди зарезервированных заказов.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остаток для каждой позиции.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Обновить очередь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Убедитесь, что заказ ожидает доставки.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