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817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1323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C8F5"/>
                </a:solidFill>
                <a:latin typeface="Arial"/>
              </a:rPr>
              <a:t>ВИДЕО ПО РОЛИ · АДМИНИСТРАТОР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3611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Операционная работа администратора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35478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8DFFC"/>
                </a:solidFill>
                <a:latin typeface="Arial"/>
              </a:rPr>
              <a:t>Ученики, AC, заказы, товары, склады, сотрудники, импорт и рассылки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53328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BB9E8"/>
                </a:solidFill>
                <a:latin typeface="Arial"/>
              </a:rPr>
              <a:t>Серия видеоинструкций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512064"/>
            <a:ext cx="6675120" cy="583387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"/>
            <a:ext cx="667512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57216" y="566928"/>
            <a:ext cx="6419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535049"/>
            <a:ext cx="6528816" cy="40805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НЕСКОЛЬКО РОЛЕЙ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Единый профиль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Рабочий профиль -&gt; основное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466673" y="284414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0681" y="290815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786713" y="318247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роли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Активные роли перечислены через запятую.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НЕСКОЛЬКО РОЛЕЙ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Единый профиль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Рабочий профиль -&gt; основное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743346" y="307018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07354" y="313419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063386" y="340851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ФИО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меняется один раз для всего профиля.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НЕСКОЛЬКО РОЛЕЙ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Единый профиль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Рабочий профиль -&gt; основное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899464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63472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219504" y="457638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Используйте общие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Меню объединяет возможности всех активных ролей.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Отозванные роли не показываются и не расширяют доступ.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и фильтр по группам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466673" y="34092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0681" y="34732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786713" y="37475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запрос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Ищите по ФИО, группе, ID или преподавателю.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и фильтр по группам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38040" y="34092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2048" y="34732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258080" y="37475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Новый фильтр групп сохраняется.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и фильтр по группам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7023030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87038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343070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Стрелка показывает данные и историю ученика.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Отдельного старого фильтра «История ученика» больше нет.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Статус, день рождения, баланс и 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открыть ученика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48" y="2432303"/>
            <a:ext cx="803696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84917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48925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04957" y="386059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Группа, преподаватель и день рождения хранятся вместе.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Статус, день рождения, баланс и 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открыть ученика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48" y="2432303"/>
            <a:ext cx="803696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78225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42233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298265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статус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новое состояние и причину.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Статус, день рождения, баланс и 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открыть ученика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48" y="2432303"/>
            <a:ext cx="803696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78225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42233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298265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Скорректируйте 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Введите итоговый баланс и обязательную причину.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История сохраняет автора, дату, старое и новое значение.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НОВЫЙ 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ученика и связи с родителем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25" y="2432303"/>
            <a:ext cx="790521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05997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70005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26037" y="397361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Заполните ученика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ФИО, ID, группу, статус и день рождения.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НОВЫЙ 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ученика и связи с родителем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25" y="2432303"/>
            <a:ext cx="790521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51874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15882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271914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родителя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Связь родитель–ученик создается сразу при наличии данных.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НОВЫЙ 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ученика и связи с родителем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25" y="2432303"/>
            <a:ext cx="790521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51874" y="484083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15882" y="490484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271914" y="517916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MAX-связь ребенка можно добавить позже.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Связь с MAX необязательна; обязательна только корректная карточка ученика.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Очередь зарезервированных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683069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47077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003109" y="423732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заказ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Чекбокс включает заказ в массовую операцию.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Очередь зарезервированных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094158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58166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414198" y="419965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Подсказка показывает доступный источник.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Очередь зарезервированных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7143585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7593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463625" y="419965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Стрелка открывает карточку и состав.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Выбор чекбокса не сворачивает площадку и не меняет статус сам по себе.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Склад для каждой позиции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 -&gt; склад для списания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250277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14285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570317" y="457638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показывает доступный остаток.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Склад для каждой позиции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 -&gt; склад для списания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563197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569598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597030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фиксирует склады всех позиций.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Склад для каждой позиции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 -&gt; склад для списания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7023030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87038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343070" y="284341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Крестик оставляет заказ зарезервированным.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подтверждения заказ переходит в «Ожидает доставки».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 складе нет остатка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Выбранный склад не может зарезервировать нужное количество товара.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Проверьте остальные склады или сначала исправьте фактический остаток товара.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683069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47077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003109" y="419965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разделен по источнику товара.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44732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08740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64772" y="49907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товар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Одинаковые позиции объединены, количество суммируется.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61367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5375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81407" y="386059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Только обновление фиксирует готовый набор.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Чекбокс служит промежуточной отметкой; строка не исчезает сразу после нажатия.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РАСПРЕДЕЛИТЬ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Площадки и преподаватели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803623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67631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123663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площадку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Внутри заказы сгруппированы по преподавателю.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РАСПРЕДЕЛИТЬ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Площадки и преподаватели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44732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08740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64772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доставку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Ставьте галочку после фактической доставки.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РАСПРЕДЕЛИТЬ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Площадки и преподаватели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61367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5375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81407" y="386059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Рабочая кнопка применяет выбранные заказы.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Заказы в статусах «На площадке» и «У учителя» больше не показываются в сборке.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ОТМЕНА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Причина отмены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 -&gt; Другие действия -&gt; Отменить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готовый вариант или свой текст.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ОТМЕНА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Причина отмены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 -&gt; Другие действия -&gt; Отменить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возврат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AC вернутся ученику после подтверждения.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ОТМЕНА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Причина отмены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 -&gt; Другие действия -&gt; Отменить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551895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558296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585728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Отмена необратима обычной кнопкой.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Отмену на любом этапе выполняют только администратор или директор.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 указана причина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Система не подтверждает отмену без объяснения операции.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Выберите готовую причину или заполните собственный текст, затем повторите подтверждение.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34611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1012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666158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Фильтруйте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статус, категорию и поиск.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058594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2602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378634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Откроется единая карточка товара.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781921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45929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101961" y="487777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Редактируйте цену, тип выдачи и остатки.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SKU вручную не вводится: технический идентификатор формируется автоматически.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Фильтр каталога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Все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01090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65098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21130" y="44256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склады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 расположен рядом со статусом и категорией.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Фильтр каталога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Все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01090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65098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21130" y="46894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сузится без изменения остатков.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Фильтр каталога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Все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7083308" y="412504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47316" y="418904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403348" y="446336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счетчик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Число показывает найденные товары.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 строках результата должно быть название выбранного склада.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Результат фильтра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выбранный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01090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65098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21130" y="44256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выбранный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Поле хранит активный фильтр.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Результат фильтра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выбранный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88614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52622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208654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товар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Метаданные подтверждают склад и количество.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Результат фильтра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выбранный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721644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85652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041684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Склады и остатки проверяются через «Редактировать».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Выбор «Все склады» возвращает полный каталог города.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физического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406396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70404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726436" y="367223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Название, категория, цена, описание и фото.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физического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576376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40384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896416" y="404896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выдачу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Для обычного товара оставьте выдачу со склада.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физического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576376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40384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896416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Укажите остатки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Количество задается отдельно для каждого склада.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проверьте карточку товара в магазине.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Цифровой товар и пул кодов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-&gt; тип «Код сразу после покупки»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406396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70404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726436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цифровой тип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Физический склад для него не нужен.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Цифровой товар и пул кодов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-&gt; тип «Код сразу после покупки»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576376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40384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896416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коды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Каждая строка — отдельный код выдачи.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Цифровой товар и пул кодов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-&gt; тип «Код сразу после покупки»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576376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40384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896416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доступность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Активных кодов должно хватать на продажи.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выдается сразу после покупки и исключается из доступного пула.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Массовый импорт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Массовый импорт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05009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69017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25049" y="49907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переименовывайте обязательные колонки.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Массовый импорт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Массовый импорт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033881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97889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353921" y="49907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Поддерживается подготовленный XLSX или CSV.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Массовый импорт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Массовый импорт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61367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5375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81407" y="49907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Импортируйте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Дождитесь отчета по строкам.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Фото принимается по прямой ссылке, из Яндекс Диска или Google Drive при открытом доступе.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Фотография не загрузилась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Облачная ссылка закрыта, временная или ведет на страницу без публичного доступа.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Откройте ссылку в приватном окне, включите просмотр по ссылке и повторно импортируйте товар.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Подтверждение удаления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427500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название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Удаляется именно указанный товар.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Подтверждение удаления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973604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37612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293644" y="472708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Прочитайте последствия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Остатки удалятся во всех подключенных городах.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Подтверждение удаления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973604" y="469014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37612" y="475414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293644" y="502846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«Удалить товар» нельзя отменить.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у товара есть защищенная история движения, используйте скрытие вместо удаления.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Удаление недоступно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У товара есть защищенная история движения остатков или заказов.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Закройте подтверждение и скройте товар обычной кнопкой глаза, чтобы сохранить историю.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Список складов и основной склад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85841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49849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605881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основной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подставляется в новые складские операции.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Список складов и основной склад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058594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2602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378634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понятное название и адрес.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Список складов и основной склад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61367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5375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81407" y="487777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Старые заказы при этом не переносятся.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Основной склад — персональная настройка сотрудника, а не города целиком.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склад в нескольких городах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Склады -&gt; склад с совпадающим названием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587227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51235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907267" y="548054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общий 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Единая сущность отмечена статусом «Подключен».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склад в нескольких городах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Склады -&gt; склад с совпадающим названием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01090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65098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21130" y="548054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действия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Связь можно отключить от города без удаления общего склада.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склад в нескольких городах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Склады -&gt; склад с совпадающим названием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721644" y="38236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85652" y="38876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041684" y="416198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по названию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Точное совпадение подключает уже существующий склад.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Товары и остатки общего склада доступны во всех подключенных городах.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таблицы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65287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29295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85327" y="397361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актуальную структуру колонок.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таблицы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491386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5394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811426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лист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«Шаблон» и «Сделки».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таблицы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299703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63711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619743" y="49907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Предпросмотр не изменяет базу.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Город берется из строки; администратор подтверждает импорт только в текущем филиале.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Ошибка строки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Предпросмотр нашел неизвестный город или незаполненное обязательное поле.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Исправьте отмеченную строку в таблице и загрузите файл повторно до записи данных.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Родители, ученики и MAX-аккаунты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Связи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85841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49849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605881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Фильтруйте связи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Проверяйте роль и текущее состояние.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Родители, ученики и MAX-аккаунты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Связи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611940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75948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931980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пользователя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принимает имя и MAX ID.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Родители, ученики и MAX-аккаунты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Связи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842199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06207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162239" y="487777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Отозванную связь можно оформить заново с другой ролью.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Удаление связи не удаляет ученика, баланс, заказы или историю.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Одноразовая ссылка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Пригласить сотрудника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3514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9915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55188" y="472708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полномочиями администратора.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Одноразовая ссылка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Пригласить сотрудника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803321" y="442642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67329" y="449043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123361" y="476475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Создайте ссылку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Ссылка действует семь дней и срабатывает один раз.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Одноразовая ссылка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Пригласить сотрудника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223" y="2432303"/>
            <a:ext cx="617841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347925" y="442642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11933" y="449043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667965" y="476475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 форму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Без создания ссылки данные не меняются.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Ссылку передают конкретному сотруднику; повторное использование не создает новую связь.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Действия с единым профилем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меню с тремя точками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7143585" y="442642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7593" y="449043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463625" y="476475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меню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относится ко всему профилю сотрудника.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Действия с единым профилем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меню с тремя точками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721644" y="472781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85652" y="479182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041684" y="506614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Измените ФИО или добавьте еще одну роль.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Действия с единым профилем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меню с тремя точками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721644" y="51798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85652" y="52439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041684" y="551822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Отзовите конкретную роль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Остальные активные роли сохраняются.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Директор может отозвать административную роль в назначенном ему городе.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дополнительной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Добавить роль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98317" y="487850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62325" y="494251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318357" y="521683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полномочиями текущего пользователя.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дополнительной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Добавить роль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61367" y="487850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5375" y="494251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81407" y="521683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Новая роль прикрепляется к существующему MAX ID.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дополнительной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Добавить роль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25564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572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45604" y="487777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карточку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обновления роли будут перечислены через запятую.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Повторная карточка сотрудника при добавлении роли не создается.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Изменение ФИО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Изменить ФИО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853049" y="499152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17057" y="505553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173089" y="532985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фамилию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Новое значение применяется ко всему профилю.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Изменение ФИО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Изменить ФИО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757208" y="499152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21216" y="505553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077248" y="532985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имя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MAX ID остается прежним.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Изменение ФИО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Изменить ФИО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601090" y="499152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65098" y="505553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921130" y="532985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Все активные роли продолжат работать.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обновите список и найдите сотрудника по MAX ID.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Аудит действий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История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65287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29295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85327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Ограничьте историю нужным интервалом.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Аудит действий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История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853049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17057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173089" y="427500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событие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по сотруднику и действию.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Аудит действий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История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540812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04820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860852" y="487777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детали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 записи есть автор, время и объект изменения.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 истории остаются только действия внутри текущей системы: автор, время и измененный объект.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Начисление AC: администратор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696931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939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016971" y="423732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выбора появится список доступных учеников.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Начисление AC: администратор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576376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40384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896416" y="46894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подставляется из правила текущего города.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Начисление AC: администратор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540812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04820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860852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учеников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 начислением проверьте список и итоговое количество.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откройте историю AC и убедитесь, что сумма и причина записаны один раз.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Системная причина на день рождения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Настроить причины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10554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4562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30594" y="389827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системную строку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Значок подарка заменяет кнопку удаления.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Системная причина на день рождения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Настроить причины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853049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17057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173089" y="389827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сумму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 причины остается неизменным.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Системная причина на день рождения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Настроить причины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913327" y="521756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77335" y="528157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233367" y="555589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закреплена и остается видимой при прокрутке.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Настроенная сумма начисляется автоматически один раз в день рождения ученика.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25564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572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45604" y="367223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быстрый интервал или даты.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47505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1513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967545" y="43126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преподавателя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Можно оставить всех сотрудников.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817485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81493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137525" y="4312676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Фильтры применяются вместе.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Администратор сверяет период, ученика, причину, сумму и автора операции.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84455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48463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304495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получателей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Родители, ученики или обе категории.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05009" y="42003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69017" y="42643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425049" y="45387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формат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Очные, онлайн или индивидуальные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25564" y="50291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572" y="50932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545604" y="536752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площадки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Выберите площадки и конкретные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 перехода к тексту администратор проверяет город и рассчитанную аудиторию.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1455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2095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48386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заголовок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должен кратко объяснять тему.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Напишите сообщение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дату, место и действие получателя.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86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0520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JPEG, PNG и WebP.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Черновик сохраняется автоматически до финальной отправки.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44619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аудиторию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роли, площадки, группы и количество.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сообщение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текст, ссылку и изображение.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62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21756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8157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55589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Отправьте один раз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Дождитесь итоговой статистики.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отправки текст не редактируется; исправление отправляется новой рассылкой.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Администратор · Algo MAX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340156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Роль</a:t>
            </a:r>
            <a:br/>
            <a:r>
              <a:rPr sz="2500" b="1">
                <a:solidFill>
                  <a:srgbClr val="FFFFFF"/>
                </a:solidFill>
                <a:latin typeface="Arial"/>
              </a:rPr>
              <a:t>«Администратор»</a:t>
            </a:r>
            <a:br/>
            <a:r>
              <a:rPr sz="2500" b="1">
                <a:solidFill>
                  <a:srgbClr val="FFFFFF"/>
                </a:solidFill>
                <a:latin typeface="Arial"/>
              </a:rPr>
              <a:t>готова к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1324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9C8F5"/>
                </a:solidFill>
                <a:latin typeface="Arial"/>
              </a:rPr>
              <a:t>Руководство по роли завершено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8032" y="987552"/>
            <a:ext cx="6172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1172F"/>
                </a:solidFill>
                <a:latin typeface="Arial"/>
              </a:rPr>
              <a:t>Что проверить после просмотра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7190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7282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Открыть заказы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93391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Начните с очереди зарезервированных заказов.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7432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7523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24912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17520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остаток для каждой позиции.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7673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7764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4904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Обновить очередь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41648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заказ ожидает доставки.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8032" y="5230368"/>
            <a:ext cx="6254496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28032" y="523036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5358383"/>
            <a:ext cx="59253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Следующий материал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650992"/>
            <a:ext cx="5925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Для редких операций и спорных ситуаций используйте полное руководство по ролям.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