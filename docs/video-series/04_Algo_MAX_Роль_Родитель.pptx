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ВИДЕО ПО РОЛИ · РОДИТЕЛЬ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Как управлять профилями детей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Переключение детей, QR-доступ, покупки и семейные заказы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Интерфейс роли: родитель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762" y="877824"/>
            <a:ext cx="855994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родителя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ребенок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20" y="2432303"/>
            <a:ext cx="114965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73112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279513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06945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Профиль родителя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подтверждает, кто открыл приложение.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родителя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ребенок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20" y="2432303"/>
            <a:ext cx="114965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Активный ребенок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имя, чтобы сменить профиль.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родителя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ребенок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20" y="2432303"/>
            <a:ext cx="114965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29291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35692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63124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Разделы семьи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Корзина и заказы доступны снизу.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 каждого ребенка отдельные баланс, корзина, заказы и история AC.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Выбран не тот ребенок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620" y="2432303"/>
            <a:ext cx="114965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45152" y="2066543"/>
            <a:ext cx="6949440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51760"/>
            <a:ext cx="65836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Баланс, корзина и заказы относятся к другому детскому профилю.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822191"/>
            <a:ext cx="6949440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023360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407408"/>
            <a:ext cx="6583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Вернитесь к переключателю, выберите нужное имя и заново проверьте получателя в корзине.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 ребенка и ссылка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907" y="2432303"/>
            <a:ext cx="157308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03251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09652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37084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ребенка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Каждый код относится к одному профилю.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 ребенка и ссылка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907" y="2432303"/>
            <a:ext cx="157308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 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Изображение можно передать ребенку.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 ребенка и ссылка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907" y="2432303"/>
            <a:ext cx="157308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Скопируйте ссылку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Она повторяет данные внутри QR-кода.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открывайте детскую ссылку в родительском MAX-аккаунте.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Связь ребенка неактивна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907" y="2432303"/>
            <a:ext cx="1573081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45152" y="2066543"/>
            <a:ext cx="6949440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51760"/>
            <a:ext cx="65836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Персональная ссылка недоступна после отзыва родительской связи.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822191"/>
            <a:ext cx="6949440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023360"/>
            <a:ext cx="6583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407408"/>
            <a:ext cx="6583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Попросите администратора проверить связь и сформировать новое подключение для родителя.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Полноэкранный QR-код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QR-код ребенка -&gt; Увеличить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Покажите код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Ребенок сканирует его со второго устройства.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Полноэкранный QR-код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QR-код ребенка -&gt; Увеличить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Увеличьте яркость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Полноэкранный режим упрощает сканирование.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Полноэкранный QR-код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QR-код ребенка -&gt; Увеличить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09178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186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229218" y="284341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2505456"/>
            <a:ext cx="1627632" cy="310896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87751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1172F"/>
                </a:solidFill>
                <a:latin typeface="Arial"/>
              </a:rPr>
              <a:t>ПРИМЕР, НЕ СКАНИРОВАТЬ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Возвращает к списку детей.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привязки повторно используйте обычный вход через MAX.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95716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02117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29549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Поиск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Введите название и дождитесь обновления списка.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95439" y="355994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59447" y="362395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15479" y="389827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Категории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Лента прокручивается горизонтально.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Подробнее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карточку выбранной награды.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Цена и наличие видны до добавления товара в корзину.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количество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Минус и плюс сразу пересчитывают сумму.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6894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остаток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Показан баланс после списания.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Оформите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один раз и дождитесь подтверждения.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Получатель, итог и остаток на счете должны быть верными до подтверждения.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получателя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 родителя здесь указано имя выбранного ребенка.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7638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итог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списания не должна превышать баланс.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Повторное нажатие не требуется.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корзина очищается, а заказ появляется в соответствующей вкладке.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03" y="2432303"/>
            <a:ext cx="130368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288182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294583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22015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Прокрутите статусы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Вкладки доступны горизонтальным свайпом.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03" y="2432303"/>
            <a:ext cx="130368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карточку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Видны товар, сумма и текущий этап.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03" y="2432303"/>
            <a:ext cx="130368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Подробнее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историю конкретного заказа.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Ученик и родитель не видят кнопку отмены ни на одном этапе.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59688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состав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товары, количество и сумму.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Читайте историю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Каждая запись содержит дату и фактическое действие.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4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09178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3186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229218" y="284341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Крестик возвращает в список без изменения заказа.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Служебные подписи из внутренних сводок пользователю не показываются.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Родитель · Algo MAX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Роль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«Родитель»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готова к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Руководство по роли завершено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Что проверить после просмотра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Выбрать ребенка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имя, баланс и отдельную корзину.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Проверить доступ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QR-код или скопируйте детскую ссылку.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Сверить получателя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Перед оплатой повторно проверьте имя ребенка.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Для редких операций и спорных ситуаций используйте полное руководство по ролям.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