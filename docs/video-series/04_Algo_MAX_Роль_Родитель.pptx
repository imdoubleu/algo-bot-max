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ВИДЕО ПО РОЛИ · РОДИТЕЛЬ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Arial"/>
              </a:rPr>
              <a:t>Как управлять профилями детей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Переключение детей, QR-доступ, покупки и семейные заказы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625" y="877824"/>
            <a:ext cx="840269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родителя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ребенок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216" y="2432303"/>
            <a:ext cx="112846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06945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Профиль родителя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подтверждает, кто открыл приложение.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родителя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ребенок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216" y="2432303"/>
            <a:ext cx="112846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Активный ребенок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имя, чтобы сменить профиль.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родителя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ребенок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216" y="2432303"/>
            <a:ext cx="112846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29291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35692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63124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Разделы семьи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Корзина и заказы доступны снизу.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каждого ребенка отдельные баланс, корзина, заказы и история AC.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Выбран не тот ребенок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216" y="2432303"/>
            <a:ext cx="1128462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645152" y="2066543"/>
            <a:ext cx="6949440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67712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2651760"/>
            <a:ext cx="65836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Баланс, корзина и заказы относятся к другому детскому профилю.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822191"/>
            <a:ext cx="6949440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4023360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4407408"/>
            <a:ext cx="65836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Вернитесь к переключателю, выберите нужное имя и заново проверьте получателя в корзине.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ребенка и ссылка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67" y="2432303"/>
            <a:ext cx="154496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03251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09652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37084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Каждый код относится к одному профилю.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ребенка и ссылка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67" y="2432303"/>
            <a:ext cx="154496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Изображение можно передать ребенку.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ребенка и ссылка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67" y="2432303"/>
            <a:ext cx="154496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 ссылку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повторяет данные внутри QR-кода.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открывайте детскую ссылку в родительском MAX-аккаунте.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Связь ребенка неактивна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67" y="2432303"/>
            <a:ext cx="1544961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645152" y="2066543"/>
            <a:ext cx="6949440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67712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2651760"/>
            <a:ext cx="65836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Персональная ссылка недоступна после отзыва родительской связи.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822191"/>
            <a:ext cx="6949440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4023360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4407408"/>
            <a:ext cx="65836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Попросите администратора проверить связь и сформировать новое подключение для родителя.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Полноэкранный QR-код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QR-код ребенка -&gt; Увеличить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Ребенок сканирует его со второго устройства.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Полноэкранный QR-код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QR-код ребенка -&gt; Увеличить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Увеличьте яркость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Полноэкранный режим упрощает сканирование.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Полноэкранный QR-код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QR-код ребенка -&gt; Увеличить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9178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3186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229218" y="284341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Возвращает к списку детей.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привязки повторно используйте обычный вход через 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30" y="2432303"/>
            <a:ext cx="91943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29549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название и дождитесь обновления списка.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30" y="2432303"/>
            <a:ext cx="91943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03653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67661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23693" y="389827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Категории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Лента прокручивается горизонтально.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30" y="2432303"/>
            <a:ext cx="91943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карточку выбранной награды.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Цена и наличие видны до добавления товара в корзину.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1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количество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Минус и плюс сразу пересчитывают сумму.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1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6894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остаток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 баланс после списания.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1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Оформите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один раз и дождитесь подтверждения.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Получатель, итог и остаток на счете должны быть верными до подтверждения.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родителя здесь указано имя выбранного ребенка.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7638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списания не должна превышать баланс.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Повторное нажатие не требуется.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корзина очищается, а заказ появляется в соответствующей вкладке.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302" y="2432303"/>
            <a:ext cx="1274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88182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294583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22015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Прокрутите статусы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Вкладки доступны горизонтальным свайпом.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302" y="2432303"/>
            <a:ext cx="1274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23732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Видны товар, сумма и текущий этап.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302" y="2432303"/>
            <a:ext cx="1274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историю конкретного заказа.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Ученик и родитель не видят кнопку отмены ни на одном этапе.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5968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товары, количество и сумму.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Читайте историю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запись содержит дату и фактическое действие.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9178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3186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229218" y="284341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возвращает в список без изменения заказа.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Служебные подписи из внутренних сводок пользователю не показываются.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Родитель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Роль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«Родитель»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готова к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Руководство по роли завершено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Что проверить после просмотра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ребенка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имя, баланс и отдельную корзину.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Проверить доступ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QR-код или скопируйте детскую ссылку.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Сверить получателя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Перед оплатой повторно проверьте имя ребенка.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Для редких операций и спорных ситуаций используйте полное руководство по ролям.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