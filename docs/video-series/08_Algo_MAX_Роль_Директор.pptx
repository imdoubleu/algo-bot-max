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530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1323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C8F5"/>
                </a:solidFill>
                <a:latin typeface="Arial"/>
              </a:rPr>
              <a:t>ВИДЕО ПО РОЛИ · ДИРЕКТОР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Управление филиалами и командой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83280"/>
            <a:ext cx="35478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8DFFC"/>
                </a:solidFill>
                <a:latin typeface="Arial"/>
              </a:rPr>
              <a:t>Несколько городов, сотрудники, заказы, остатки, отчеты и рассылки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53328"/>
            <a:ext cx="3383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BB9E8"/>
                </a:solidFill>
                <a:latin typeface="Arial"/>
              </a:rPr>
              <a:t>Серия видеоинструкций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12064"/>
            <a:ext cx="6675120" cy="5833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512064"/>
            <a:ext cx="667512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566928"/>
            <a:ext cx="6419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Интерфейс роли: директор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535049"/>
            <a:ext cx="6528816" cy="4080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НЕСКОЛЬКО ГОРОДОВ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Переключение рабочего города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Верхняя панель -&gt; Город / партнер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374830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381231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408663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город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Введите название или выберите строку списка.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НЕСКОЛЬКО ГОРОДОВ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Переключение рабочего города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Верхняя панель -&gt; Город / партнер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404969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411370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438802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филиал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Подсветка показывает текущий рабочий контекст.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НЕСКОЛЬКО ГОРОДОВ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Переключение рабочего города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Верхняя панель -&gt; Город / партнер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49907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Смените город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Доступны только города с активными ролями сотрудника.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выбора проверьте город в профиле до изменения учеников, заказов или остатков.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НЕСКОЛЬКО РОЛЕЙ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Единый профиль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Рабочий профиль -&gt; основное меню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466673" y="284414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0681" y="290815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786713" y="318247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роли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Активные роли перечислены через запятую.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НЕСКОЛЬКО РОЛЕЙ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Единый профиль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Рабочий профиль -&gt; основное меню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743346" y="307018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07354" y="313419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063386" y="340851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ФИО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Имя меняется один раз для всего профиля.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НЕСКОЛЬКО РОЛЕЙ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Единый профиль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Рабочий профиль -&gt; основное меню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899464" y="42380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63472" y="43020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219504" y="457638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Используйте общие права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Меню объединяет возможности всех активных ролей.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Отозванные роли не показываются и не расширяют доступ.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УПРАВЛЕНИЕ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Рабочие вкладки филиала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25564" y="378598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89572" y="384998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545604" y="412430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вкладку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Сотрудники, товары, склады, импорт, связи и история.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УПРАВЛЕНИЕ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Рабочие вкладки филиала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65287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29295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485327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сводку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Показатели относятся к текущему городу.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УПРАВЛЕНИЕ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Рабочие вкладки филиала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420258" y="378598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4266" y="384998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740298" y="412430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Обновите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заново загружает данные вкладки.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Все показатели сводки относятся к выбранному директором городу.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Выбран неверный город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015984" y="2066543"/>
            <a:ext cx="2578608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226771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651760"/>
            <a:ext cx="221284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Сводка и рабочие списки относятся не к тому филиалу.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3822191"/>
            <a:ext cx="2578608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402336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44074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Смените город в верхней панели и повторно проверьте контекст перед изменением.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Действие недоступно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015984" y="2066543"/>
            <a:ext cx="2578608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226771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651760"/>
            <a:ext cx="221284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Город не назначен директору или роль не дает нужного права.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3822191"/>
            <a:ext cx="2578608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402336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44074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Не обходите ограничение; проверьте назначенные города и полномочия сотрудника.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Единые карточки активных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069445" y="412504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33453" y="418904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389485" y="446336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сотрудника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работает по имени, MAX ID и активной роли.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Единые карточки активных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707782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71790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027822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роли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Все активные роли человека указаны в одной карточке через запятую.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Единые карточки активных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7143585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7593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463625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действия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Меню позволяет изменить ФИО, добавить или отозвать роль.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Директор может настроить или отозвать роль сотрудника назначенного города.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Создание одноразовой ссылки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 -&gt; Пригласить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847" y="2432303"/>
            <a:ext cx="175120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63528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69929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97361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роль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ограничен правами приглашающего.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Создание одноразовой ссылки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 -&gt; Пригласить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847" y="2432303"/>
            <a:ext cx="175120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Создайте ссылку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Она действует семь дней и один раз.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Создание одноразовой ссылки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 -&gt; Пригласить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847" y="2432303"/>
            <a:ext cx="175120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Без создания никаких изменений нет.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перехода сотрудник появляется в активных ролях выбранного города.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Действия с единым профилем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меню с тремя точками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7143585" y="442642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7593" y="449043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463625" y="476475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меню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относится ко всему профилю сотрудника.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Действия с единым профилем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меню с тремя точками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721644" y="472781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85652" y="479182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041684" y="506614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действие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Измените ФИО или добавьте еще одну роль.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Действия с единым профилем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меню с тремя точками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721644" y="517989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85652" y="524390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041684" y="551822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Отзовите конкретную роль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Остальные активные роли сохраняются.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Директор может отозвать административную роль в назначенном ему городе.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Добавление дополнительной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Добавить роль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998317" y="487850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62325" y="494251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318357" y="521683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роль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ограничен полномочиями текущего пользователя.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Добавление дополнительной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Добавить роль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61367" y="487850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5375" y="494251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81407" y="521683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Новая роль прикрепляется к существующему MAX ID.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Добавление дополнительной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Добавить роль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25564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89572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545604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карточку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обновления роли будут перечислены через запятую.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Повторная карточка сотрудника при добавлении роли не создается.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Изменение ФИО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Изменить ФИО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853049" y="499152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17057" y="505553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173089" y="532985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фамилию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Новое значение применяется ко всему профилю.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Изменение ФИО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Изменить ФИО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757208" y="499152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21216" y="505553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077248" y="532985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имя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MAX ID остается прежним.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Изменение ФИО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Изменить ФИО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01090" y="499152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098" y="505553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21130" y="532985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Сохраните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Все активные роли продолжат работать.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сохранения обновите список и найдите сотрудника по MAX ID.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ЗАКАЗЫ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Рабочие вкладки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647505" y="295716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1513" y="302117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967545" y="329549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состояние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Верхний ряд фильтрует фактический статус.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ЗАКАЗЫ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Рабочие вкладки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44732" y="38236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08740" y="38876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364772" y="416198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этап работы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Назначить склад, Собрать или Распределить.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ЗАКАЗЫ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Рабочие вкладки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61367" y="38236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5375" y="38876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81407" y="416198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Обновите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Круговая стрелка применяет завершенные отметки.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Переключатели не дублируются и всегда видны до первого нажатия.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Очередь зарезервированных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Назначить склад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683069" y="389900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7077" y="396300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003109" y="423732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заказ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Чекбокс включает заказ в массовую операцию.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Очередь зарезервированных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Назначить склад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094158" y="386132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58166" y="392533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414198" y="419965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Подсказка показывает доступный источник.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Очередь зарезервированных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Назначить склад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7143585" y="386132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7593" y="392533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463625" y="419965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Стрелка открывает карточку и состав.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Выбор чекбокса не сворачивает площадку и не меняет статус сам по себе.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СОБРАТЬ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чек-лист по складам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Собрать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683069" y="386132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7077" y="392533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003109" y="419965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разделен по источнику товара.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СОБРАТЬ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чек-лист по складам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Собрать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44732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08740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364772" y="49907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товар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Одинаковые позиции объединены, количество суммируется.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СОБРАТЬ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чек-лист по складам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Собрать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61367" y="352226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5375" y="358627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81407" y="386059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Обновите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Только обновление фиксирует готовый набор.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Чекбокс служит промежуточной отметкой; строка не исчезает сразу после нажатия.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РАСПРЕДЕЛИТЬ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Площадки и преподаватели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Распределить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803623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67631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123663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площадку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Внутри заказы сгруппированы по преподавателю.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РАСПРЕДЕЛИТЬ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Площадки и преподаватели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Распределить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44732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08740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364772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доставку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Ставьте галочку после фактической доставки.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РАСПРЕДЕЛИТЬ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Площадки и преподаватели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Распределить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61367" y="352226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5375" y="358627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81407" y="386059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Рабочая кнопка применяет выбранные заказы.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Заказы в статусах «На площадке» и «У учителя» больше не показываются в сборке.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ОТМЕНА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Причина отмены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 -&gt; Другие действия -&gt; Отменить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причину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готовый вариант или свой текст.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ОТМЕНА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Причина отмены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 -&gt; Другие действия -&gt; Отменить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возврат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AC вернутся ученику после подтверждения.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ОТМЕНА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Причина отмены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 -&gt; Другие действия -&gt; Отменить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551895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558296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585728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Отмена необратима обычной кнопкой.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подтверждения заказ отменяется, причина сохраняется, а AC возвращаются ученику.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и остатки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Товары и остатки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346118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10126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666158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Фильтруйте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статус, категорию и поиск.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и остатки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Товары и остатки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058594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2602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378634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товар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Откроется единая карточка товара.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и остатки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Товары и остатки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781921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5929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101961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Редактируйте цену, тип выдачи и остатки.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SKU вручную не вводится: технический идентификатор формируется автоматически.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Фильтр каталога по складу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Все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01090" y="40873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098" y="41513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21130" y="44256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склады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Фильтр расположен рядом со статусом и категорией.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Фильтр каталога по складу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Все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01090" y="43510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098" y="44150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21130" y="46894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сузится без изменения остатков.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Фильтр каталога по складу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Все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7083308" y="412504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7316" y="418904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403348" y="446336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счетчик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Число показывает найденные товары.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 строках результата должно быть название выбранного склада.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Массовый импорт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Массовый импорт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05009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69017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425049" y="49907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Скачайте шаблон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Не переименовывайте обязательные колонки.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Массовый импорт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Массовый импорт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033881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97889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353921" y="49907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файл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Поддерживается подготовленный XLSX или CSV.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Массовый импорт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Массовый импорт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61367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5375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81407" y="49907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Импортируйте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Дождитесь отчета по строкам.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Фото принимается по прямой ссылке, из Яндекс Диска или Google Drive при открытом доступе.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Фотография не загрузилась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015984" y="2066543"/>
            <a:ext cx="2578608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226771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651760"/>
            <a:ext cx="221284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Ссылка на Яндекс Диск или Google Drive недоступна без авторизации.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3822191"/>
            <a:ext cx="2578608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402336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44074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Откройте общий доступ, проверьте ссылку в приватном окне и повторите импорт строки.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Подтверждение удаления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393667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400068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427500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название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Удаляется именно указанный товар.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Подтверждение удаления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973604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37612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293644" y="472708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Прочитайте последствия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Остатки удалятся во всех подключенных городах.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Подтверждение удаления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973604" y="469014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37612" y="475414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293644" y="502846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«Удалить товар» нельзя отменить.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Если у товара есть защищенная история движения, используйте скрытие вместо удаления.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Список складов и основной склад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85841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49849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605881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основной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 подставляется в новые складские операции.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Список складов и основной склад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058594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2602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378634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понятное название и адрес.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Список складов и основной склад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61367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5375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81407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Старые заказы при этом не переносятся.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Основной склад — персональная настройка сотрудника, а не города целиком.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склад в нескольких городах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Склады -&gt; склад с совпадающим названием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587227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1235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907267" y="548054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общий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Единая сущность отмечена статусом «Подключен».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склад в нескольких городах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Склады -&gt; склад с совпадающим названием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01090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098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21130" y="548054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действия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Связь можно отключить от города без удаления общего склада.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склад в нескольких городах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Склады -&gt; склад с совпадающим названием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721644" y="38236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85652" y="38876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041684" y="416198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по названию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Точное совпадение подключает уже существующий склад.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Товары и остатки общего склада доступны во всех подключенных городах.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ИМПОРТ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таблицы импорта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Импорт данных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65287" y="363528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29295" y="369929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485327" y="397361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Скачайте шаблон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актуальную структуру колонок.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ИМПОРТ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таблицы импорта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Импорт данных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491386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5394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811426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лист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Поддерживаются «Шаблон» и «Сделки».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ИМПОРТ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таблицы импорта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Импорт данных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299703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63711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619743" y="49907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файл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Предпросмотр не изменяет базу.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Директор подтверждает импорт только после проверки городов и строк предпросмотра.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Начисление AC: директор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696931" y="389900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939" y="396300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016971" y="423732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выбора появится список доступных учеников.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Начисление AC: директор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576376" y="43510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40384" y="44150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896416" y="46894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причину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Сумма подставляется из правила текущего города.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Начисление AC: директор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540812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4820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860852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учеников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Перед начислением проверьте список и итоговое количество.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успеха откройте историю AC и убедитесь, что сумма и причина записаны один раз.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ОТЧЕТ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Период, преподаватель и 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Отчет 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25564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89572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545604" y="367223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период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быстрый интервал или даты.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ОТЧЕТ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Период, преподаватель и 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Отчет 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647505" y="39743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1513" y="40383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967545" y="431267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преподавателя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Можно оставить всех сотрудников.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ОТЧЕТ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Период, преподаватель и 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Отчет 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817485" y="39743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81493" y="40383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137525" y="431267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группу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Фильтры применяются вместе.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Нажмите «Показать» и сверьте сумму, причину, ученика и автора каждой операции.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Системная причина на день рождения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 -&gt; Настроить причины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10554" y="355994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74562" y="362395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30594" y="389827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системную строку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Значок подарка заменяет кнопку удаления.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Системная причина на день рождения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 -&gt; Настроить причины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853049" y="355994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17057" y="362395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173089" y="389827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сумму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Название причины остается неизменным.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Системная причина на день рождения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 -&gt; Настроить причины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913327" y="521756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77335" y="528157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233367" y="555589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Сохраните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закреплена и остается видимой при прокрутке.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Настроенная сумма начисляется автоматически один раз в день рождения ученика.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Аудит действий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История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65287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29295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485327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период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Ограничьте историю нужным интервалом.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Аудит действий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История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853049" y="393667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17057" y="400068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173089" y="427500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событие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работает по сотруднику и действию.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Аудит действий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История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540812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4820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860852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детали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 записи есть автор, время и объект изменения.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История показывает действия сотрудников выбранного директором города.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84455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48463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304495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получателей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Родители, ученики или обе категории.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05009" y="42003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69017" y="42643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425049" y="45387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формат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Очные, онлайн или индивидуальные группы.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25564" y="502919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89572" y="509320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545604" y="536752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площадки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Выберите площадки и конкретные группы.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Перед отправкой система рассчитывает фактическое число получателей.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6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1455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2095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48386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заголовок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 должен кратко объяснять тему.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6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Напишите сообщение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дату, место и действие получателя.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6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0520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фото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Поддерживаются JPEG, PNG и WebP.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Черновик сохраняется автоматически до финальной отправки.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10786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17187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44619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аудиторию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роли, площадки, группы и количество.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сообщение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текст, ссылку и изображение.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21756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28157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55589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Отправьте один раз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Дождитесь итоговой статистики.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отправки текст не редактируется; исправление отправляется новой рассылкой.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Директор · Algo MAX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340156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Роль</a:t>
            </a:r>
            <a:br/>
            <a:r>
              <a:rPr sz="3000" b="1">
                <a:solidFill>
                  <a:srgbClr val="FFFFFF"/>
                </a:solidFill>
                <a:latin typeface="Arial"/>
              </a:rPr>
              <a:t>«Директор»</a:t>
            </a:r>
            <a:br/>
            <a:r>
              <a:rPr sz="3000" b="1">
                <a:solidFill>
                  <a:srgbClr val="FFFFFF"/>
                </a:solidFill>
                <a:latin typeface="Arial"/>
              </a:rPr>
              <a:t>готова к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1324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C8F5"/>
                </a:solidFill>
                <a:latin typeface="Arial"/>
              </a:rPr>
              <a:t>Руководство по роли завершено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8032" y="987552"/>
            <a:ext cx="6172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1172F"/>
                </a:solidFill>
                <a:latin typeface="Arial"/>
              </a:rPr>
              <a:t>Что проверить после просмотра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7190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282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Выбрать город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93391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Сверьте филиал в верхней панели.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5234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24912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Проверить сотрудников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17520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Откройте единые карточки и активные роли.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7673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7764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4904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Проверить операции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041648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Сверьте заказы и отчет AC города.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5230368"/>
            <a:ext cx="6254496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32" y="523036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5358383"/>
            <a:ext cx="5925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Следующий материал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925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Для редких операций и спорных ситуаций используйте полное руководство по ролям.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