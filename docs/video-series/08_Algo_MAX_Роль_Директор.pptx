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ДИРЕКТОР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Управление филиалами и командой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Несколько городов, сотрудники, заказы, остатки, отчеты и рассылки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535049"/>
            <a:ext cx="6528816" cy="40805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9693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094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16972" y="412430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вкладку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Сотрудники, товары, склады, импорт, связи и история.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35148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99156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55188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сводку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Показатели относятся к текущему городу.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471494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5502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791534" y="412430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заново загружает данные вкладки.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Все показатели сводки относятся к выбранному директором городу.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Выбран неверный город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Сводка и рабочие списки относятся не к тому филиалу.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Смените город в верхней панели и повторно проверьте контекст перед изменением.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Действие недоступно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Город не назначен директору или роль не дает нужного права.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Не обходите ограничение; проверьте назначенные города и полномочия сотрудника.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Активные и отозванные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11580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75588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31620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и отозванные роли разделены.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Активные и отозванные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679752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43760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999792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имени, MAX ID и роли.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Активные и отозванные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027551" y="457712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91559" y="464112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347591" y="491544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позволяет настроить или отозвать роль.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Директор может настроить или отозвать роль сотрудника назначенного города.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одноразовой 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146" y="2432303"/>
            <a:ext cx="16966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397361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правами приглашающего.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одноразовой 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146" y="2432303"/>
            <a:ext cx="16966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действует семь дней и один раз.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одноразовой 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146" y="2432303"/>
            <a:ext cx="16966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Без создания никаких изменений нет.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перехода сотрудник появляется в активных ролях выбранного города.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47505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1513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967545" y="329549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Верхний ряд фильтрует фактический статус.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44732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08740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64772" y="41619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этап работы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Назначить склад, Собрать или Распределить.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41619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Круговая стрелка применяет завершенные отметки.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Переключатели не дублируются и всегда видны до первого нажатия.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683069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47077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003109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заказ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включает заказ в массовую операцию.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094158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58166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414198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Подсказка показывает доступный источник.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143585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7593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463625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открывает карточку и состав.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чекбокса не сворачивает площадку и не меняет статус сам по себе.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683069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47077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003109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разделен по источнику товара.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44732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08740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64772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Одинаковые позиции объединены, количество суммируется.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Только обновление фиксирует готовый набор.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служит промежуточной отметкой; строка не исчезает сразу после нажатия.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03623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67631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123663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4473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0874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64772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доставку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Ставьте галочку после фактической доставки.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Рабочая кнопка применяет выбранные заказы.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Заказы в статусах «На площадке» и «У учителя» больше не показываются в сборке.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готовый вариант или свой текст.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возврат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AC вернутся ученику после подтверждения.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585728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Отмена необратима обычной кнопкой.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подтверждения заказ отменяется, причина сохраняется, а AC возвращаются ученику.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20500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84508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640540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статус, категорию и поиск.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100789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64797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420829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Откроется единая карточка товара.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842199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06207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162239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Редактируйте цену, тип выдачи и остатки.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SKU вручную не вводится: технический идентификатор формируется автоматически.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58716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22724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78756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основной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подставляется в новые складские операции.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100789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64797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420829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понятное название и адрес.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18630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82638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038670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Старые заказы при этом не переносятся.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Основной склад — персональная настройка сотрудника, а не города целиком.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35148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99156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55188" y="397361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актуальную структуру колонок.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494400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8408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814440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лист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«Шаблон» и «Сделки».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347925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11933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667965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Предпросмотр не изменяет базу.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Директор подтверждает импорт только после проверки городов и строк предпросмотра.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96932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0940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16972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быстрый интервал или даты.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9421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93429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949461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преподавателя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Можно оставить всех сотрудников.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853652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17660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173692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Фильтры применяются вместе.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«Показать» и сверьте сумму, причину, ученика и автора каждой операции.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4979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1380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269835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получателей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Родители, ученики или обе категории.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73364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37372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93404" y="45387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формат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Очные, онлайн или индивидуальные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96932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0940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16972" y="536752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площадки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площадки и конкретные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отправкой система рассчитывает фактическое число получателей.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8386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заголовок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должен кратко объяснять тему.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Напишите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дату, место и действие получателя.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JPEG, PNG и WebP.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Черновик сохраняется автоматически до финальной отправки.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4619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аудиторию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роли, площадки, группы и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текст, ссылку и изображение.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55589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отправки текст не редактируется; исправление отправляется новой рассылкой.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Директор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«Директор»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город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филиал в верхней панели.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сотрудников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активные и отозванные роли.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заказы и отчет AC города.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