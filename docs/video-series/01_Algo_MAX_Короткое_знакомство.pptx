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681728" cy="685800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566928"/>
            <a:ext cx="530352" cy="530352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5303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21172F"/>
                </a:solidFill>
                <a:latin typeface="Arial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8448" y="713232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ALGO MAX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3566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9C8F5"/>
                </a:solidFill>
                <a:latin typeface="Arial"/>
              </a:rPr>
              <a:t>КОРОТКОЕ ЗНАКОМСТВО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3611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FFFFFF"/>
                </a:solidFill>
                <a:latin typeface="Arial"/>
              </a:rPr>
              <a:t>Algo MAX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383280"/>
            <a:ext cx="3547872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E8DFFC"/>
                </a:solidFill>
                <a:latin typeface="Arial"/>
              </a:rPr>
              <a:t>Мотивация учеников, магазин наград и прозрачная выдача в одном сервисе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053328"/>
            <a:ext cx="3383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BB9E8"/>
                </a:solidFill>
                <a:latin typeface="Arial"/>
              </a:rPr>
              <a:t>Серия видеоинструкций ·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0" y="512064"/>
            <a:ext cx="6675120" cy="583387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0" y="512064"/>
            <a:ext cx="667512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57216" y="566928"/>
            <a:ext cx="64190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Личный кабинет ученика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352" y="1535049"/>
            <a:ext cx="6528816" cy="408050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КАК ЭТО РАБОТАЕТ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Один путь от мотивации до награды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" y="1664208"/>
            <a:ext cx="3456432" cy="387705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0352" y="1664208"/>
            <a:ext cx="3456432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719072"/>
            <a:ext cx="3200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Ученик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210" y="2029968"/>
            <a:ext cx="1588715" cy="3438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0352" y="5715000"/>
            <a:ext cx="345643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видит баланс и результат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52544" y="1664208"/>
            <a:ext cx="3456432" cy="387705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52544" y="1664208"/>
            <a:ext cx="3456432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59" y="1719072"/>
            <a:ext cx="3200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Магазин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6402" y="2029968"/>
            <a:ext cx="1588715" cy="34381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352544" y="5715000"/>
            <a:ext cx="345643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превращает AC в награду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74736" y="1664208"/>
            <a:ext cx="3456432" cy="387705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74736" y="1664208"/>
            <a:ext cx="3456432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2752" y="1719072"/>
            <a:ext cx="3200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Преподаватель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5956" y="2029968"/>
            <a:ext cx="713991" cy="34381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174736" y="5715000"/>
            <a:ext cx="345643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принимает и выдает заказ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Короткое знакомство · Algo MAX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ОДИН РАБОЧИЙ КОНТУР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Данные связаны между ролями и филиалами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5257800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48371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Начисления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483717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Каждая операция остается в истории ученика.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08776" y="1755648"/>
            <a:ext cx="5257800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8776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920240"/>
            <a:ext cx="48371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Остатки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2331720"/>
            <a:ext cx="483717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Склад и доступное количество видны до подтверждения.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419856"/>
            <a:ext cx="5257800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3584448"/>
            <a:ext cx="48371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Заказы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995928"/>
            <a:ext cx="483717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Состояние меняется только после фактического действия.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8776" y="3419856"/>
            <a:ext cx="5257800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08776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584448"/>
            <a:ext cx="48371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Доступ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2" y="3995928"/>
            <a:ext cx="483717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Роль и город ограничивают рабочие данные.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81528" y="5495544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1F68"/>
                </a:solidFill>
                <a:latin typeface="Arial"/>
              </a:rPr>
              <a:t>Одинаковая картина для всех участников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81528" y="5934456"/>
            <a:ext cx="61173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87D"/>
                </a:solidFill>
                <a:latin typeface="Arial"/>
              </a:rPr>
              <a:t>Семья и сотрудники видят один фактический путь награды без ручных уточнений.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Короткое знакомство · Algo MAX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ПРОЗРАЧНАЯ ВЫДАЧА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Каждый заказ виден на понятном этапе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883664"/>
            <a:ext cx="2057400" cy="2505456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3503" y="2084831"/>
            <a:ext cx="438912" cy="438912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3" y="2139696"/>
            <a:ext cx="438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3" y="2743200"/>
            <a:ext cx="17190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Зарезервирован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3" y="3493008"/>
            <a:ext cx="171907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ждет склад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70632" y="1883664"/>
            <a:ext cx="2057400" cy="2505456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935224" y="2084831"/>
            <a:ext cx="438912" cy="438912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35224" y="2139696"/>
            <a:ext cx="438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35224" y="2743200"/>
            <a:ext cx="17190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1172F"/>
                </a:solidFill>
                <a:latin typeface="Arial"/>
              </a:rPr>
              <a:t>Ожидает доставки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5224" y="3493008"/>
            <a:ext cx="171907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товар собирают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02352" y="1883664"/>
            <a:ext cx="2057400" cy="2505456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266944" y="2084831"/>
            <a:ext cx="438912" cy="438912"/>
          </a:xfrm>
          <a:prstGeom prst="round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66944" y="2139696"/>
            <a:ext cx="438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66944" y="2743200"/>
            <a:ext cx="17190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21172F"/>
                </a:solidFill>
                <a:latin typeface="Arial"/>
              </a:rPr>
              <a:t>Доставлен на площадку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66944" y="3493008"/>
            <a:ext cx="171907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доставка завершена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34071" y="1883664"/>
            <a:ext cx="2057400" cy="2505456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598663" y="2084831"/>
            <a:ext cx="438912" cy="438912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98663" y="2139696"/>
            <a:ext cx="438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98663" y="2743200"/>
            <a:ext cx="17190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21172F"/>
                </a:solidFill>
                <a:latin typeface="Arial"/>
              </a:rPr>
              <a:t>Учитель получил заказ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98663" y="3493008"/>
            <a:ext cx="171907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комплект принят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765792" y="1883664"/>
            <a:ext cx="2057400" cy="2505456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930384" y="2084831"/>
            <a:ext cx="438912" cy="438912"/>
          </a:xfrm>
          <a:prstGeom prst="round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30384" y="2139696"/>
            <a:ext cx="438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1172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30384" y="2743200"/>
            <a:ext cx="17190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Получен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30384" y="3493008"/>
            <a:ext cx="171907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вкладка «Получены»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84831" y="4956048"/>
            <a:ext cx="8028431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084831" y="49560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286000" y="5038344"/>
            <a:ext cx="76992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Одинаковая картина для семьи и сотрудников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86000" y="5477256"/>
            <a:ext cx="769924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87D"/>
                </a:solidFill>
                <a:latin typeface="Arial"/>
              </a:rPr>
              <a:t>История фиксирует фактическое действие, дату и ответственного пользователя.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Короткое знакомство · Algo MAX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ШЕСТЬ ПОЛЬЗОВАТЕЛЬСКИХ РОЛЕЙ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Каждый видит только свою работу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5257800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48371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Семья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483717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Ученик и родитель: баланс, магазин, корзина и личные заказы.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08776" y="1755648"/>
            <a:ext cx="5257800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8776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920240"/>
            <a:ext cx="48371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Команда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2331720"/>
            <a:ext cx="483717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Преподаватель и куратор: ученики, начисления, выдача и новости.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419856"/>
            <a:ext cx="5257800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3584448"/>
            <a:ext cx="48371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Операции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995928"/>
            <a:ext cx="483717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Администратор: ученики, товары, склады и полный цикл заказа.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8776" y="3419856"/>
            <a:ext cx="5257800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08776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584448"/>
            <a:ext cx="483717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Филиалы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2" y="3995928"/>
            <a:ext cx="483717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Директор: сотрудники, отчеты и контроль нескольких городов.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Интерфейс подстраивается под роль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Пользователь не отвлекается на разделы и данные, которые ему недоступны.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Короткое знакомство · Algo MAX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24528" cy="685800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2194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ALGO MAX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81328"/>
            <a:ext cx="3401568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Откройте Algo MAX в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413248"/>
            <a:ext cx="307238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9C8F5"/>
                </a:solidFill>
                <a:latin typeface="Arial"/>
              </a:rPr>
              <a:t>Один сервис для мотивации и выдачи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28032" y="987552"/>
            <a:ext cx="6172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21172F"/>
                </a:solidFill>
                <a:latin typeface="Arial"/>
              </a:rPr>
              <a:t>Следующее действие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171907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172821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1700784"/>
            <a:ext cx="5623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Откройте свой кабинет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993391"/>
            <a:ext cx="56235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Проверьте профиль и доступный рабочий раздел.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46320" y="274320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275234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2724912"/>
            <a:ext cx="5623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Выполните один сценарий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3017520"/>
            <a:ext cx="56235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Начислите AC или выберите доступную награду.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376732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0" y="377647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3749040"/>
            <a:ext cx="5623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Сверьте результат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4041648"/>
            <a:ext cx="56235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Обновите экран и проверьте историю операции.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28032" y="5230368"/>
            <a:ext cx="6254496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28032" y="523036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0" y="5358383"/>
            <a:ext cx="59253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Следующий материал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5650992"/>
            <a:ext cx="592531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Подробный обзор показывает всю систему, а ролевое видео объясняет конкретные кнопки вашего кабинета.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