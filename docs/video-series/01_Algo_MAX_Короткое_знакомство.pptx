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81728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530352" cy="530352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530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1172F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1323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C8F5"/>
                </a:solidFill>
                <a:latin typeface="Arial"/>
              </a:rPr>
              <a:t>КОРОТКОЕ ЗНАКОМСТВО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83280"/>
            <a:ext cx="35478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8DFFC"/>
                </a:solidFill>
                <a:latin typeface="Arial"/>
              </a:rPr>
              <a:t>Мотивация учеников, магазин наград и прозрачная выдача в одном сервисе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053328"/>
            <a:ext cx="3383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BB9E8"/>
                </a:solidFill>
                <a:latin typeface="Arial"/>
              </a:rPr>
              <a:t>Серия видеоинструкций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512064"/>
            <a:ext cx="6675120" cy="583387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512064"/>
            <a:ext cx="667512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566928"/>
            <a:ext cx="6419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Личный кабинет ученика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535049"/>
            <a:ext cx="6528816" cy="40805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Один путь от мотивации до награды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64208"/>
            <a:ext cx="3456432" cy="387705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664208"/>
            <a:ext cx="3456432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Ученик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446" y="2029968"/>
            <a:ext cx="1278242" cy="3438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" y="5715000"/>
            <a:ext cx="3456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видит баланс и результат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2544" y="1664208"/>
            <a:ext cx="3456432" cy="387705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664208"/>
            <a:ext cx="3456432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719072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Магазин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211" y="2029968"/>
            <a:ext cx="839096" cy="34381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52544" y="5715000"/>
            <a:ext cx="3456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превращает AC в награду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1664208"/>
            <a:ext cx="3456432" cy="387705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74736" y="1664208"/>
            <a:ext cx="3456432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1719072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Преподаватель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5956" y="2029968"/>
            <a:ext cx="713991" cy="34381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74736" y="5715000"/>
            <a:ext cx="3456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принимает и выдает заказ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Короткое знакомство · Algo MAX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ОДИН РАБОЧИЙ КОНТУР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Данные связаны между ролями и филиалами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5257800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20240"/>
            <a:ext cx="48371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31720"/>
            <a:ext cx="48371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Каждая операция остается в истории ученика.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1755648"/>
            <a:ext cx="5257800" cy="1444752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8776" y="1755648"/>
            <a:ext cx="64008" cy="1444752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920240"/>
            <a:ext cx="48371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Остатки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331720"/>
            <a:ext cx="48371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Склад и доступное количество видны до подтверждения.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419856"/>
            <a:ext cx="5257800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419856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584448"/>
            <a:ext cx="48371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Заказы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995928"/>
            <a:ext cx="48371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Состояние меняется только после фактического действия.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3419856"/>
            <a:ext cx="5257800" cy="1444752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8776" y="3419856"/>
            <a:ext cx="64008" cy="1444752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584448"/>
            <a:ext cx="48371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Доступ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995928"/>
            <a:ext cx="48371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Роль и город ограничивают рабочие данные.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5413248"/>
            <a:ext cx="6446520" cy="932688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0360" y="5413248"/>
            <a:ext cx="54864" cy="932688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81528" y="5495544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1F68"/>
                </a:solidFill>
                <a:latin typeface="Arial"/>
              </a:rPr>
              <a:t>Одинаковая картина для всех участников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1528" y="5934456"/>
            <a:ext cx="6117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Семья и сотрудники видят один фактический путь награды без ручных уточнений.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Короткое знакомство · Algo 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ПРОЗРАЧНАЯ ВЫДАЧА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Каждый заказ виден на понятном этапе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883664"/>
            <a:ext cx="2057400" cy="2505456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3" y="2084831"/>
            <a:ext cx="438912" cy="438912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2139696"/>
            <a:ext cx="438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3" y="2743200"/>
            <a:ext cx="17190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Зарезервирован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3" y="3493008"/>
            <a:ext cx="171907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ждет склад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0632" y="1883664"/>
            <a:ext cx="2057400" cy="2505456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35224" y="2084831"/>
            <a:ext cx="438912" cy="438912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5224" y="2139696"/>
            <a:ext cx="438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2743200"/>
            <a:ext cx="17190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1172F"/>
                </a:solidFill>
                <a:latin typeface="Arial"/>
              </a:rPr>
              <a:t>Ожидает доставки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3493008"/>
            <a:ext cx="171907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товар собирают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1883664"/>
            <a:ext cx="2057400" cy="2505456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66944" y="2084831"/>
            <a:ext cx="438912" cy="438912"/>
          </a:xfrm>
          <a:prstGeom prst="round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2139696"/>
            <a:ext cx="438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743200"/>
            <a:ext cx="17190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172F"/>
                </a:solidFill>
                <a:latin typeface="Arial"/>
              </a:rPr>
              <a:t>Доставлен на площадку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3493008"/>
            <a:ext cx="171907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доставка завершена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34071" y="1883664"/>
            <a:ext cx="2057400" cy="2505456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98663" y="2084831"/>
            <a:ext cx="438912" cy="438912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98663" y="2139696"/>
            <a:ext cx="438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8663" y="2743200"/>
            <a:ext cx="17190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172F"/>
                </a:solidFill>
                <a:latin typeface="Arial"/>
              </a:rPr>
              <a:t>Учитель получил заказ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8663" y="3493008"/>
            <a:ext cx="171907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комплект принят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65792" y="1883664"/>
            <a:ext cx="2057400" cy="2505456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30384" y="2084831"/>
            <a:ext cx="438912" cy="438912"/>
          </a:xfrm>
          <a:prstGeom prst="round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0384" y="2139696"/>
            <a:ext cx="438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0384" y="2743200"/>
            <a:ext cx="17190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Получен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3493008"/>
            <a:ext cx="171907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вкладка «Получены»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84831" y="4956048"/>
            <a:ext cx="8028431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84831" y="49560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0" y="5038344"/>
            <a:ext cx="76992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Одинаковая картина для семьи и сотрудников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477256"/>
            <a:ext cx="7699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История фиксирует фактическое действие, дату и ответственного пользователя.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Короткое знакомство · Algo MAX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ШЕСТЬ ПОЛЬЗОВАТЕЛЬСКИХ РОЛЕЙ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Каждый видит только свою работу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5257800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20240"/>
            <a:ext cx="48371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Семья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31720"/>
            <a:ext cx="48371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Ученик и родитель: баланс, магазин, корзина и личные заказы.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1755648"/>
            <a:ext cx="5257800" cy="1444752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8776" y="1755648"/>
            <a:ext cx="64008" cy="1444752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920240"/>
            <a:ext cx="48371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Команда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331720"/>
            <a:ext cx="48371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Преподаватель и куратор: ученики, начисления, выдача и новости.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419856"/>
            <a:ext cx="5257800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419856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584448"/>
            <a:ext cx="48371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Операции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995928"/>
            <a:ext cx="48371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Администратор: ученики, товары, склады и полный цикл заказа.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3419856"/>
            <a:ext cx="5257800" cy="1444752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8776" y="3419856"/>
            <a:ext cx="64008" cy="1444752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584448"/>
            <a:ext cx="48371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Филиалы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995928"/>
            <a:ext cx="48371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Директор: сотрудники, отчеты и контроль нескольких городов.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5413248"/>
            <a:ext cx="64465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0360" y="5413248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81528" y="5541264"/>
            <a:ext cx="6117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Интерфейс подстраивается под роль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1528" y="5833872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Пользователь не отвлекается на разделы и данные, которые ему недоступны.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Короткое знакомство · Algo MAX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24528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340156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Откройте Algo MAX в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13248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C8F5"/>
                </a:solidFill>
                <a:latin typeface="Arial"/>
              </a:rPr>
              <a:t>Один сервис для мотивации и выдачи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8032" y="987552"/>
            <a:ext cx="6172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1172F"/>
                </a:solidFill>
                <a:latin typeface="Arial"/>
              </a:rPr>
              <a:t>Следующее действие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71907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72821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700784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Откройте свой кабинет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993391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Проверьте профиль и доступный рабочий раздел.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74320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75234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724912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Выполните один сценарий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017520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Начислите AC или выберите доступную награду.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37673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7764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74904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Сверьте результат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4041648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Обновите экран и проверьте историю операции.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28032" y="5230368"/>
            <a:ext cx="6254496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28032" y="523036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5358383"/>
            <a:ext cx="5925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Следующий материал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650992"/>
            <a:ext cx="59253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Подробный обзор показывает всю систему, а ролевое видео объясняет конкретные кнопки вашего кабинета.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