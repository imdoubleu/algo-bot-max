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817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66928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13232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C8F5"/>
                </a:solidFill>
                <a:latin typeface="Arial"/>
              </a:rPr>
              <a:t>ВИДЕО ПО РОЛИ · УЧЕНИК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3611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Как пользоваться кабинетом ученика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383280"/>
            <a:ext cx="35478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8DFFC"/>
                </a:solidFill>
                <a:latin typeface="Arial"/>
              </a:rPr>
              <a:t>Баланс, магазин, корзина, заказы и цифровые награды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53328"/>
            <a:ext cx="3383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BB9E8"/>
                </a:solidFill>
                <a:latin typeface="Arial"/>
              </a:rPr>
              <a:t>Серия видеоинструкций ·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512064"/>
            <a:ext cx="6675120" cy="583387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512064"/>
            <a:ext cx="667512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57216" y="566928"/>
            <a:ext cx="6419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Интерфейс роли: ученик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0294" y="877824"/>
            <a:ext cx="2492931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ученика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Нижнее меню -&gt; 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276880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283281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107131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кабинет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Имя в приветствии подтверждает текущий профиль.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ученика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Нижнее меню -&gt; 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72708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быстрый раздел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Карточки ведут к магазину и заказам.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Главная ученика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Нижнее меню -&gt; Главная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47664" y="574499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311672" y="580900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67704" y="608332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Используйте меню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Основные разделы закреплены снизу.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Дополнительные пункты находятся в меню «Еще» и зависят от роли.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295716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02117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29549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Поиск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Введите название и дождитесь обновления списка.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195439" y="355994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59447" y="362395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15479" y="389827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Категории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Лента прокручивается горизонтально.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Каталог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48054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Подробнее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Откройте карточку выбранной награды.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Цена и наличие видны до добавления товара в корзину.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товара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2585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3225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59688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товар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название, описание, цену и тип выдачи.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товара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61479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67880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953121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количество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Не превышайте доступный остаток.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товара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Магазин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36825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43226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70658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Добавьте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переносит позицию в корзину выбранного ученика.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Название не перекрывает изображение и полностью читается в карточке.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ТИПИЧНАЯ 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Покупка недоступна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92608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94261"/>
                </a:solidFill>
                <a:latin typeface="Arial"/>
              </a:rPr>
              <a:t>ВОСПРОИЗВЕДЕННАЯ ОШИБКА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645152" y="2066543"/>
            <a:ext cx="6949440" cy="1499616"/>
          </a:xfrm>
          <a:prstGeom prst="rect">
            <a:avLst/>
          </a:prstGeom>
          <a:solidFill>
            <a:srgbClr val="FCE7EC"/>
          </a:solidFill>
          <a:ln w="1016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2" y="2267712"/>
            <a:ext cx="6583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Что произошло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8032" y="2651760"/>
            <a:ext cx="65836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Баланса не хватает или товар уже закончился.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5152" y="3822191"/>
            <a:ext cx="6949440" cy="1627632"/>
          </a:xfrm>
          <a:prstGeom prst="rect">
            <a:avLst/>
          </a:prstGeom>
          <a:solidFill>
            <a:srgbClr val="E1F6F3"/>
          </a:solidFill>
          <a:ln w="10160">
            <a:solidFill>
              <a:srgbClr val="149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8032" y="4023360"/>
            <a:ext cx="6583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Как исправить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2" y="4407408"/>
            <a:ext cx="65836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Вернитесь в каталог, включите фильтр наличия и выберите доступную награду по балансу.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количества и суммы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67223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Измените количество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Минус и плюс сразу пересчитывают сумму.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количества и суммы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3510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4150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6894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остаток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Показан баланс после списания.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количества и суммы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405201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Оформите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Нажмите один раз и дождитесь подтверждения.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Получатель, итог и остаток на счете должны быть верными до подтверждения.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Финальное подтверждение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 -&gt; Оформить заказ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48459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54860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82292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получателя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 родителя здесь указано имя выбранного ребенка.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Финальное подтверждение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 -&gt; Оформить заказ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2380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3020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57638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итог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Сумма списания не должна превышать баланс.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КОРЗИНА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Финальное подтверждение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Корзина -&gt; Оформить заказ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142219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206227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480547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Подтвердите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Повторное нажатие не требуется.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успеха корзина очищается, а заказ появляется в соответствующей вкладке.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состояние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603" y="2432303"/>
            <a:ext cx="1303689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288182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294583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220151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Прокрутите статусы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Вкладки доступны горизонтальным свайпом.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состояние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603" y="2432303"/>
            <a:ext cx="1303689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89900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96300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23732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карточку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Видны товар, сумма и текущий этап.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состояние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603" y="2432303"/>
            <a:ext cx="1303689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2545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Подробнее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Откройте историю конкретного заказа.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Ученик и родитель не видят кнопку отмены ни на одном этапе.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и история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2585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3225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59688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состав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товары, количество и сумму.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и история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72708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Читайте историю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Каждая запись содержит дату и фактическое действие.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СЕМЬЯ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Карточка и история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909178" y="250509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73186" y="256909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229218" y="284341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Закройте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Крестик возвращает в список без изменения заказа.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Служебные подписи из внутренних сводок пользователю не показываются.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ЦИФРОВОЙ ТОВАР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и копирование кода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Получены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451" y="2432303"/>
            <a:ext cx="160399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72708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код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Код хранится внутри выполненного цифрового заказа.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ЦИФРОВОЙ ТОВАР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и копирование кода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Получены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451" y="2432303"/>
            <a:ext cx="160399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2545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Скопируйте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кнопку рядом с кодом.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ЦИФРОВОЙ ТОВАР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и копирование кода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Получены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451" y="2432303"/>
            <a:ext cx="160399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51895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58296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85728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выдачу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История подтверждает автоматическую выдачу.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Один цифровой код выдается один раз и исключается из повторной продажи.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Ученик · Algo MAX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245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2194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340156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Роль</a:t>
            </a:r>
            <a:br/>
            <a:r>
              <a:rPr sz="3000" b="1">
                <a:solidFill>
                  <a:srgbClr val="FFFFFF"/>
                </a:solidFill>
                <a:latin typeface="Arial"/>
              </a:rPr>
              <a:t>«Ученик»</a:t>
            </a:r>
            <a:br/>
            <a:r>
              <a:rPr sz="3000" b="1">
                <a:solidFill>
                  <a:srgbClr val="FFFFFF"/>
                </a:solidFill>
                <a:latin typeface="Arial"/>
              </a:rPr>
              <a:t>готова к работе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13248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9C8F5"/>
                </a:solidFill>
                <a:latin typeface="Arial"/>
              </a:rPr>
              <a:t>Руководство по роли завершено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8032" y="987552"/>
            <a:ext cx="6172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1172F"/>
                </a:solidFill>
                <a:latin typeface="Arial"/>
              </a:rPr>
              <a:t>Что проверить после просмотра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7190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72821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Проверить баланс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93391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Обновите главную и сверьте доступные AC.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7432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75234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724912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Выбрать награду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17520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магазин и добавьте доступный товар.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7673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7764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74904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Найти заказ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41648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После покупки проверьте его состояние в заказах.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28032" y="5230368"/>
            <a:ext cx="6254496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28032" y="523036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5358383"/>
            <a:ext cx="59253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Следующий материал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650992"/>
            <a:ext cx="59253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Для редких операций и спорных ситуаций используйте полное руководство по ролям.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