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81728" cy="6858000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66928"/>
            <a:ext cx="530352" cy="530352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530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1172F"/>
                </a:solidFill>
                <a:latin typeface="Arial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13232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ALGO MAX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3566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C8F5"/>
                </a:solidFill>
                <a:latin typeface="Arial"/>
              </a:rPr>
              <a:t>ВИДЕО ПО РОЛИ · УЧЕНИК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55648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Как пользоваться кабинетом ученика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383280"/>
            <a:ext cx="354787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8DFFC"/>
                </a:solidFill>
                <a:latin typeface="Arial"/>
              </a:rPr>
              <a:t>Баланс, магазин, корзина, заказы и цифровые награды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053328"/>
            <a:ext cx="3383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BB9E8"/>
                </a:solidFill>
                <a:latin typeface="Arial"/>
              </a:rPr>
              <a:t>Серия видеоинструкций ·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512064"/>
            <a:ext cx="6675120" cy="5833872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512064"/>
            <a:ext cx="667512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57216" y="566928"/>
            <a:ext cx="64190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Интерфейс роли: ученик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3883" y="877824"/>
            <a:ext cx="2005752" cy="53949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УЧЕНИК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Главная ученика на телефоне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Нижнее меню -&gt; Главная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134" y="2432303"/>
            <a:ext cx="1400627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2768803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2832811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3107131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Проверьте кабинет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Имя в приветствии подтверждает текущий профиль.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Ученик · Algo MAX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УЧЕНИК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Главная ученика на телефоне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Нижнее меню -&gt; Главная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134" y="2432303"/>
            <a:ext cx="1400627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438875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445276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4727082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быстрый раздел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Карточки ведут к магазину и заказам.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Ученик · Algo MAX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УЧЕНИК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Главная ученика на телефоне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Нижнее меню -&gt; Главная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134" y="2432303"/>
            <a:ext cx="1400627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40860" y="574499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304868" y="580900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60900" y="6083320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Используйте меню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Основные разделы закреплены снизу.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Дополнительные пункты находятся в меню «Еще» и зависят от роли.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Ученик · Algo MAX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МАГАЗИН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Каталог на телефоне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Магазин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730" y="2432303"/>
            <a:ext cx="919435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295716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302117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3295497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Поиск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Введите название и дождитесь обновления списка.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Ученик · Algo MAX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МАГАЗИН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Каталог на телефоне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Магазин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730" y="2432303"/>
            <a:ext cx="919435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03653" y="355994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67661" y="362395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23693" y="3898270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Категории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Лента прокручивается горизонтально.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Ученик · Algo MAX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МАГАЗИН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Каталог на телефоне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Магазин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730" y="2432303"/>
            <a:ext cx="919435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514221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520622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5480547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Подробнее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Откройте карточку выбранной награды.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Цена и наличие видны до добавления товара в корзину.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Ученик · Algo MAX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МАГАЗИН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Выбор порядка товаров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Магазин -&gt; Сортировка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274990" y="329622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38998" y="336023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5595030" y="3634557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меню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Нажмите поле «Сортировка».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Ученик · Algo MAX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МАГАЗИН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Выбор порядка товаров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Магазин -&gt; Сортировка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274990" y="363528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38998" y="369929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5595030" y="3973616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порядок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Доступны популярность, цена и новизна.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Ученик · Algo MAX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МАГАЗИН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Выбор порядка товаров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Магазин -&gt; Сортировка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165287" y="314553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29295" y="320954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485327" y="3483863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категории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Одинаковые названия с лишними пробелами объединены.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Меню открывается поверх каталога и не перекрывается карточками товаров.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Ученик · Algo MAX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МАГАЗИН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Карточка товара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Магазин -&gt; Подробнее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034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325855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332256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3596883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товар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Проверьте название, описание, цену и тип выдачи.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Ученик · Algo MAX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МАГАЗИН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Карточка товара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Магазин -&gt; Подробнее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034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4614793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4678801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4953121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количество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Не превышайте доступный остаток.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Ученик · Algo MAX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МАГАЗИН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Карточка товара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Магазин -&gt; Подробнее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034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536825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543226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5706587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Добавьте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Кнопка переносит позицию в корзину выбранного ученика.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Название не перекрывает изображение и полностью читается в карточке.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Ученик · Algo MAX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ТИПИЧНАЯ СИТУАЦИЯ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Покупка недоступна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37360"/>
            <a:ext cx="29260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94261"/>
                </a:solidFill>
                <a:latin typeface="Arial"/>
              </a:rPr>
              <a:t>ВОСПРОИЗВЕДЕННАЯ ОШИБКА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034" y="2432303"/>
            <a:ext cx="1740826" cy="376732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645152" y="2066543"/>
            <a:ext cx="6949440" cy="1499616"/>
          </a:xfrm>
          <a:prstGeom prst="rect">
            <a:avLst/>
          </a:prstGeom>
          <a:solidFill>
            <a:srgbClr val="FCE7EC"/>
          </a:solidFill>
          <a:ln w="1016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8032" y="2267712"/>
            <a:ext cx="6583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172F"/>
                </a:solidFill>
                <a:latin typeface="Arial"/>
              </a:rPr>
              <a:t>Что произошло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2651760"/>
            <a:ext cx="658367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E687D"/>
                </a:solidFill>
                <a:latin typeface="Arial"/>
              </a:rPr>
              <a:t>Баланса не хватает или товар уже закончился.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45152" y="3822191"/>
            <a:ext cx="6949440" cy="1627632"/>
          </a:xfrm>
          <a:prstGeom prst="rect">
            <a:avLst/>
          </a:prstGeom>
          <a:solidFill>
            <a:srgbClr val="E1F6F3"/>
          </a:solidFill>
          <a:ln w="10160">
            <a:solidFill>
              <a:srgbClr val="14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28032" y="4023360"/>
            <a:ext cx="6583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172F"/>
                </a:solidFill>
                <a:latin typeface="Arial"/>
              </a:rPr>
              <a:t>Как исправить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2" y="4407408"/>
            <a:ext cx="65836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E687D"/>
                </a:solidFill>
                <a:latin typeface="Arial"/>
              </a:rPr>
              <a:t>Вернитесь в каталог, включите фильтр наличия и выберите доступную награду по балансу.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Ученик · Algo MAX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КОРЗИНА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Проверка количества и суммы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Корзина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451" y="2432303"/>
            <a:ext cx="1603993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333390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339791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3672230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Измените количество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Минус и плюс сразу пересчитывают сумму.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Ученик · Algo MAX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КОРЗИНА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Проверка количества и суммы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Корзина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451" y="2432303"/>
            <a:ext cx="1603993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4351080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4415088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4689408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остаток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Показан баланс после списания.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Ученик · Algo MAX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КОРЗИНА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Проверка количества и суммы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Корзина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451" y="2432303"/>
            <a:ext cx="1603993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5066873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5130881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5405201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Оформите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Нажмите один раз и дождитесь подтверждения.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Получатель, итог и остаток на счете должны быть верными до подтверждения.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Ученик · Algo MAX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КОРЗИНА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Финальное подтверждение заказа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Корзина -&gt; Оформить заказ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034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3822923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Проверьте получателя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У родителя здесь указано имя выбранного ребенка.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Ученик · Algo MAX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КОРЗИНА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Финальное подтверждение заказа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Корзина -&gt; Оформить заказ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034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423806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430206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4576389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итог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Сумма списания не должна превышать баланс.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Ученик · Algo MAX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КОРЗИНА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Финальное подтверждение заказа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Корзина -&gt; Оформить заказ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034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514221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520622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5480547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Подтвердите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Повторное нажатие не требуется.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успеха корзина очищается, а заказ появляется в соответствующей вкладке.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Ученик · Algo MAX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СЕМЬЯ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Заказы на телефоне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состояние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302" y="2432303"/>
            <a:ext cx="1274291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2881823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2945831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3220151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Прокрутите статусы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Вкладки доступны горизонтальным свайпом.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Ученик · Algo MAX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СЕМЬЯ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Заказы на телефоне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состояние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302" y="2432303"/>
            <a:ext cx="1274291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389900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396300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4237329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карточку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Видны товар, сумма и текущий этап.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Ученик · Algo MAX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СЕМЬЯ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Заказы на телефоне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состояние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302" y="2432303"/>
            <a:ext cx="1274291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4916180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4980188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5254508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Подробнее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Откройте историю конкретного заказа.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Ученик и родитель не видят кнопку отмены ни на одном этапе.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Ученик · Algo MAX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СЕМЬЯ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Карточка и история заказа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Подробнее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034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325855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332256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3596883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состав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Проверьте товары, количество и сумму.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Ученик · Algo MAX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СЕМЬЯ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Карточка и история заказа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Подробнее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034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438875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445276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4727082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Читайте историю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Каждая запись содержит дату и фактическое действие.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Ученик · Algo MAX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СЕМЬЯ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Карточка и история заказа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Подробнее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034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909178" y="2505090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3186" y="2569098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229218" y="2843418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Закройте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Крестик возвращает в список без изменения заказа.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Служебные подписи из внутренних сводок пользователю не показываются.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Ученик · Algo MAX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ЦИФРОВОЙ ТОВАР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Получение и копирование кода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Получены -&gt; Подробнее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451" y="2432303"/>
            <a:ext cx="1603993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438875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445276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4727082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Найдите код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Код хранится внутри выполненного цифрового заказа.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Ученик · Algo MAX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ЦИФРОВОЙ ТОВАР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Получение и копирование кода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Получены -&gt; Подробнее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451" y="2432303"/>
            <a:ext cx="1603993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4916180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4980188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5254508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Скопируйте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Используйте кнопку рядом с кодом.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Ученик · Algo MAX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ЦИФРОВОЙ ТОВАР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Получение и копирование кода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29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Получены -&gt; Подробнее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451" y="2432303"/>
            <a:ext cx="1603993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551895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558296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5857280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Проверьте выдачу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История подтверждает автоматическую выдачу.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Один цифровой код выдается один раз и исключается из повторной продажи.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Ученик · Algo MAX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24528" cy="6858000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ALGO 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81328"/>
            <a:ext cx="3401568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Роль</a:t>
            </a:r>
            <a:br/>
            <a:r>
              <a:rPr sz="3000" b="1">
                <a:solidFill>
                  <a:srgbClr val="FFFFFF"/>
                </a:solidFill>
                <a:latin typeface="Arial"/>
              </a:rPr>
              <a:t>«Ученик»</a:t>
            </a:r>
            <a:br/>
            <a:r>
              <a:rPr sz="3000" b="1">
                <a:solidFill>
                  <a:srgbClr val="FFFFFF"/>
                </a:solidFill>
                <a:latin typeface="Arial"/>
              </a:rPr>
              <a:t>готова к работе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13248"/>
            <a:ext cx="30723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9C8F5"/>
                </a:solidFill>
                <a:latin typeface="Arial"/>
              </a:rPr>
              <a:t>Руководство по роли завершено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8032" y="987552"/>
            <a:ext cx="6172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1172F"/>
                </a:solidFill>
                <a:latin typeface="Arial"/>
              </a:rPr>
              <a:t>Что проверить после просмотра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71907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72821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1700784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Проверить баланс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993391"/>
            <a:ext cx="56235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Обновите главную и сверьте доступные AC.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2743200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752344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724912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Выбрать награду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3017520"/>
            <a:ext cx="56235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Откройте магазин и добавьте доступный товар.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3767328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3776472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3749040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Найти заказ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4041648"/>
            <a:ext cx="56235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После покупки проверьте его состояние в заказах.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28032" y="5230368"/>
            <a:ext cx="6254496" cy="932688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28032" y="5230368"/>
            <a:ext cx="54864" cy="93268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5358383"/>
            <a:ext cx="59253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Следующий материал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650992"/>
            <a:ext cx="59253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Для редких операций и спорных ситуаций используйте полное руководство по ролям.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