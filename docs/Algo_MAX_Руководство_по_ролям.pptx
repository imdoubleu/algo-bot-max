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7592" y="7132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554480"/>
            <a:ext cx="365760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Полное руководство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по ролям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999232"/>
            <a:ext cx="354787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Конкретные кнопки, права доступа, ожидаемый результат и исправление ошибок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102352"/>
            <a:ext cx="3401568" cy="5303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5257800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50+ актуальных экранов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12648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CBB9E8"/>
                </a:solidFill>
                <a:latin typeface="Arial"/>
              </a:rPr>
              <a:t>Редакция 6 · интерфейс 0.78.1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4064" y="585216"/>
            <a:ext cx="6528816" cy="1847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844" y="658368"/>
            <a:ext cx="2721254" cy="17007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84064" y="2596896"/>
            <a:ext cx="6528816" cy="1847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7844" y="2670048"/>
            <a:ext cx="2721254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084064" y="4608576"/>
            <a:ext cx="6528816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779" y="4681728"/>
            <a:ext cx="2399385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Содержание по рабочим разделам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Вход и роли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Профиль, город, ребенок и доступные разделы.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Магазин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Поиск, фильтры, карточка, корзина и код.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Заказы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Склад, сборка, доставка, получение и отмена.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4. Ученики и 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Карточка, статус, баланс, начисления и отчет.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5. Рассылки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Аудитория, площадки, эмодзи и проверка.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6–7. Управление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Сотрудники, товары, склады, импорт, QR и помощь.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Принцип руководства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Одна операция — один экран. Номера на скриншоте совпадают с точными действиями справа.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КАК ЧИТАТЬ РУКОВОДСТВО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Номер показывает точное место нажатия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Пример: Магазин -&gt; карточка товара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078327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42335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36825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43226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номер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Метка стоит рядом с нужной кнопкой или полем.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Выполните действие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Пояснение справа использует тот же номер.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результат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Нижний блок сообщает, что должно измениться.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экран отличается, сначала проверьте роль, выбранного ребенка и рабочий город.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что делает в системе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Покупает за свои AC, видит баланс, историю и собственные заказы.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Переключает детей, оформляет покупку и дает ребенку QR-доступ.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Начисляет AC своим ученикам, получает и выдает их заказы.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Работает с разрешенными группами, заказами и адресными рассылками.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Ведет учеников, склады, товары, сотрудников и полный цикл заказа.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Контролирует несколько городов, отчеты и права сотрудников.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переключает только назначенные ему города и проверяет выбранный филиал перед изменением.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рабочих состояний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Зарезервирован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 создан; склад для физического товара еще не подтвержден.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Ожидает доставки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 выбран, товар собран или готовится к отправке на площадку.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На площадке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Доставка подтверждена; заказ доступен преподавателю.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4. У учителя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фактически получил комплект.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5. Получен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Семья видит «Получен», сотрудники — «Передан ученику».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Отменен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Отменять на любом этапе могут только администратор и директор.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— это факт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переводите заказ дальше заранее: каждое состояние должно соответствовать реальному действию.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проверить перед любой операцией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из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Запускайте mini-app из подтвержденного аккаунта MAX.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 и активную роль в верхнем блоке.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город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Директор выбирает назначенный рабочий город в верхней панели.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ребенка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выбирает ребенка до магазина, корзины или истории.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изменения нажмите кнопку с круговыми стрелками.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Если нужного раздела нет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не назначена или отозвана.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другой город.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Связь с учеником неактивна.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Нужно повторно открыть приложение из MAX.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используйте чужие ссылки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Персональные и одноразовые приглашения нельзя пересылать другому пользователю.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Вход, профиль и роли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убедитесь, от чьего имени и в каком городе открыта система.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Преподаватель и куратор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компьютере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02883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891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72864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36872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637300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01308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имя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Приветствие и профиль должны относиться к ученику.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Круговая стрелка повторно запрашивает AC.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Счетчик показывает добавленные позиции.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видит только свой баланс, свою историю и свои заказы.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-&gt; 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76880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3281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65368" y="574499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29376" y="580900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кабинет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в приветствии подтверждает текущий профиль.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быстрый раздел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Карточки ведут к магазину и заказам.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Используйте меню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Основные разделы закреплены снизу.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Дополнительные пункты находятся в меню «Еще» и зависят от роли.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между детьми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выбор ребенка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61774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25782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492032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56040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Баланс и корзина переключатся вместе с именем.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относится только к активному ребенку.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показывает заказы связанных детей.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покупкой повторно проверьте имя ребенка в корзине.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родителя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ребенок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324" y="2432303"/>
            <a:ext cx="114965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Профиль родителя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подтверждает, кто открыл приложение.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Активный ребенок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имя, чтобы сменить профиль.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Разделы семьи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Корзина и заказы доступны снизу.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каждого ребенка отдельные баланс, корзина, заказы и история AC.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заказы преподавателя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149" y="2432303"/>
            <a:ext cx="545221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724001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88009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41320" y="344692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05328" y="351093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8702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9342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Список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Показаны только назначенные группы и ученики.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Заказы к выдаче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видны комплекты своих учеников.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Рабочие разделы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Начисления, заказы и отчет доступны слева.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ученика нет, сбросьте фильтр группы, затем обратитесь к администратору.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экран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нижнее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506" y="2432303"/>
            <a:ext cx="1753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1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59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1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59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270815" y="566964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34823" y="573365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 сокращает список до нужной группы.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дает доступ к разрешенной истории.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открывает массовое начисление AC.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не видит чужие группы и не может отменять заказы.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Рабочая область куратора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4692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1093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разрешенными группами.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Контролируйте выдачу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видит связанные заказы.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рассылки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Адресные новости доступны в меню.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может подтверждать доставку на площадку, но не отменять заказ.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администратора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Ученики и группы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Быстрый список показывает активных учеников города.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Заказы к выдаче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Карточки отражают фактические статусы.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Товары, склады и сотрудники находятся здесь.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Администратор работает только в назначенном городе.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директором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город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относится к выбранному городу.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Контролируйте заказы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зависшие этапы перед выдачей.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управление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Сотрудники, склады и импорт доступны директору.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При нескольких городах сначала переключите город, затем выполняйте изменения.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Магазин и покупка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Поиск награды, проверка суммы и получение цифрового кода.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категории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Сортировка и фильтры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Корзина и подтверждение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Цифровая автовыдача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Поиск, категории и сортировка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11200" y="322088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75208" y="328489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60388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4396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275636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39644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части названия товара.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«Все» возвращает полный каталог.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Настройте сортировку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популярность, цену или новизну.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фильтра количество карточек и подпись найденных товаров должны измениться.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13143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7151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название и дождитесь обновления списка.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Категории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Лента прокручивается горизонтально.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карточку выбранной награды.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Цена и наличие видны до добавления товара в корзину.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Дополнительные фильтры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Фильтры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порядок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Сортировка меняет порядок карточек.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Оставьте доступные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«В наличии» скрывает недоступные позиции.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Сбросьте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сброса возвращает исходный каталог.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переключатели выделяются; закрытие панели не сбрасывает выбор.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6147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6788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36825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43226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товар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название, описание, цену и тип выдачи.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количество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превышайте доступный остаток.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переносит позицию в корзину выбранного ученика.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не перекрывает изображение и полностью читается в карточке.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количество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Минус и плюс сразу пересчитывают сумму.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остаток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 баланс после списания.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Оформите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один раз и дождитесь подтверждения.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Получатель, итог и остаток на счете должны быть верными до подтверждения.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родителя здесь указано имя выбранного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списания не должна превышать баланс.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корзина очищается, а заказ появляется в соответствующей вкладке.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копирование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155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хранится внутри выполненного цифрового заказа.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кнопку рядом с кодом.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выдачу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подтверждает автоматическую выдачу.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 цифровой код выдается один раз и исключается из повторной продажи.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ПОКУПКА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Проверки и частые ошибки корзины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 родителя корзина относится к выбранному профилю.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наличие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Недоступный физический товар нельзя оформить.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Итог не должен превышать доступные 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один раз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Дождитесь сообщения и появления заказа.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Не ищите отмену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Ученик и родитель не отменяют оформленный заказ.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покупки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Корзина очищена.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 обновлен.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 появился в списке.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Цифровой код выдан сразу.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имеет статус «Зарезервирован» и ждет назначения склада.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Заказы и выдача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Каждая кнопка подтверждает фактический этап движения товара.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Собрать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Получить и передать ученику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Фильтры заказов ученика и родителя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42606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6614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5508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909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Для семьи финальная вкладка называется «Получены».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заказ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принимает номер, ученика или товар.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«Подробнее» показывает состав и историю.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Выпадающий фильтр не дублируется: состояние выбирается только вкладками.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496" y="2432303"/>
            <a:ext cx="264731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8182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94583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Прокрутите статусы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Вкладки доступны горизонтальным свайпом.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карточку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Видны товар, сумма и текущий этап.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историю конкретного заказа.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и родитель не видят кнопку отмены ни на одном этапе.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826882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0890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товары, количество и сумму.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Читайте историю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запись содержит дату и фактическое действие.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возвращает в список без изменения заказа.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Служебные подписи из внутренних сводок пользователю не показываются.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82329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46337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Верхний ряд фильтрует фактический статус.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этап работы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Назначить склад, Собрать или Распределить.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Круговая стрелка применяет завершенные отметки.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Переключатели не дублируются и всегда видны до первого нажатия.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417893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1901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828982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92990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878409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42417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заказ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включает заказ в массовую операцию.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Подсказка показывает доступный источник.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открывает карточку и состав.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чекбокса не сворачивает площадку и не меняет статус сам по себе.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 для каждой позиции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985101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49109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563197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569598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показывает доступный остаток.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фиксирует склады всех позиций.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оставляет заказ зарезервированным.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подтверждения заказ переходит в «Ожидает доставки».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72781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79182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5942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6583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позицию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товара не перекрывает изображение.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Доступный остаток указан в списке.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Сохраните выбор один раз.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остатка нет, закройте карточку и проверьте другой склад или товар.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417893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1901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разделен по источнику товара.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товар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Одинаковые позиции объединены, количество суммируется.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Только обновление фиксирует готовый набор.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служит промежуточной отметкой; строка не исчезает сразу после нажатия.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работает чек-лист сборки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Собирайте один источник товара за раз.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Возьмите количество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уже объединены в одну строку.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Поставьте галочку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Отметка остается на месте и не сворачивает блок.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весь набор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 подтверждайте заказ при фактической нехватке.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обновить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Только эта кнопка переводит полностью собранные заказы дальше.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не попадает в сборку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Заказы без выбранного склада.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Уже доставленные на площадку.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Полученные преподавателем.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Переданные ученику или отмененные.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Галочка — не статус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промежуточный чек-лист. Статус меняется только после подтверждения.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выдача и названия статусов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Доставка на площадку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Администратор, директор или куратор подтверждает факт.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Получение учителем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нажимает «Учитель получил».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Проверка состава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 выдачей сверьте ученика, товар и количество.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Передача ребенку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«Передать ученику» после фактической выдачи.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Проверка семьи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 семьи заказ появится во вкладке «Получены».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Кто может отменить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 города.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 города.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 преподаватель и не куратор.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 ученик и не родитель.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Два названия одного финала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Семья видит «Получен», сотрудники — «Передан ученику».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538447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2455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доставку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Ставьте галочку после фактической доставки.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Рабочая кнопка применяет выбранные заказы.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Заказы в статусах «На площадке» и «У учителя» больше не показываются в сборке.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105656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9664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105656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69664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готовый вариант или свой текст.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возврат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AC вернутся ученику после подтверждения.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Отмена необратима обычной кнопкой.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Отмену на любом этапе выполняют только администратор или директор.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94" y="2432303"/>
            <a:ext cx="234331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только свою очередь.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и группа должны быть вашими.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состав до получения.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и состав доставленных заказов видны в общей выжимке и карточках.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заказа на площадке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77" y="2432303"/>
            <a:ext cx="222614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«На площадке»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только фактически доставленные заказы.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 и количество.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Нажмите «Учитель получил»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Статус меняется после передачи преподавателю.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Следующее действие — «Передать ученику» после фактической выдачи ребенку.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ПРАВА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меняет состояние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или директор назначает склад.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Сборка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или директор ведет чек-лист.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Администратор, директор или куратор подтверждает площадку.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подтверждает получение комплекта.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или уполномоченный сотрудник передает ученику.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Отмена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администратор.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директор.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 указанием причины.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 возвратом AC ученику.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Семья не отменяет заказ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отмены отсутствует у ученика и родителя на всех этапах.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Ученики и астрокоины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Карточка ученика объединяет связи, статус, баланс и полную историю.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Реестр и карточка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Создание и перевод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Начисление AC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Отчет и правила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и фильтр по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01497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5505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72864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36872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Ищите по ФИО, группе, ID или преподавателю.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Новый фильтр групп сохраняется.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показывает данные и историю ученика.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Отдельного старого фильтра «История ученика» больше нет.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01497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5505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33141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97149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внутри разрешенных групп.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Чужие группы не отображаются.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разрешенную историю.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работает по тому же принципу в пределах назначенных групп.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день рождения, баланс и 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открыть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266" y="2432303"/>
            <a:ext cx="512997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84859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48867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131651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95659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131651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95659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Группа, преподаватель и день рождения хранятся вместе.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новое состояние и причину.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Скорректируйте 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итоговый баланс и обязательную причину.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сохраняет автора, дату, старое и новое значение.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НОВЫЙ 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ученика и связи с родителем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791" y="2432303"/>
            <a:ext cx="5556929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16547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0555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217041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81049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217041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81049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ученика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ФИО, ID, группу, статус и день рождения.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родителя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родитель–ученик создается сразу при наличии данных.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MAX-связь ребенка можно добавить позже.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с MAX необязательна; обязательна только корректная карточка ученика.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выбытие и заморозка доступа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карточке ученика выберите состояние и укажите причину.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срок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выбытия действует установленное число дней доступа.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паузу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Директор задает период, который не расходует оставшиеся дни.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Баланс, заказы и связи не удаляются.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Восстановите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Активируйте статус — прежний баланс продолжит действовать.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Единый расчет срока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Вход по письму и QR.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Кабинет и магазин.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Корзина и новый заказ.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Старые заказы доступны сотрудникам.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Летняя пауза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Дни внутри периода заморозки не уменьшают остаток доступа.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Перевод в группу и подарок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Найдите ученика через поиск или фильтр группы.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новую группу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Сохраните перевод без создания дубликата.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связи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Родитель, MAX-доступ, баланс и заказы сохраняются.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Старая и новая группы записаны с автором и временем.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день рождения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эту дату начисляется автоматический подарок 50 AC один раз.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к истории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ученика.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Куратор группы.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Перевод — не новый ученик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накопленные данные продолжают относиться к прежней карточке.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Групповое начисление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700" y="2432303"/>
            <a:ext cx="21449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Ниже останутся ученики этой группы.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связана с правилом текущего города.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количество выбранных.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проверьте новые операции в истории AC.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Своя причина и сумма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Своя причина и сумма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06" y="2432303"/>
            <a:ext cx="19180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69014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75414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свой вариант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Появятся два ручных поля.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причину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должен объяснять начисление.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сумму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число до отправки.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Кастомная операция сохраняется с автором и доступна в отчете.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60388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4396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382329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6337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552309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6317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быстрый интервал или даты.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преподавателя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Можно оставить всех сотрудников.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группу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Фильтры применяются вместе.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«Показать» и сверьте сумму, причину, ученика и автора каждой операции.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Правила AC для конкретного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правила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Работайте в выбранном городе.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Свяжите причину и сумму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Стандартная причина подставляет фиксированное количество 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Отключите лишнее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Неактивное правило исчезает из формы.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Оставьте ручной вариант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исключения используйте свою причину и сумму.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отчет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Операция содержит автора и примененную причину.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Кому доступна настройка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Администратору.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Директору.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применяет правила.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Куратор применяет правила.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Автоматический подарок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50 AC начисляются в день рождения при заполненной дате.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Рассылки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аудитория, затем содержание и финальная проверка.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Получатели и форматы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Площадки и группы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Текст, фото и эмодзи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и история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057" y="2432303"/>
            <a:ext cx="475039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1306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7707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108072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72080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203080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67088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получателей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Родители, ученики или обе категории.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формат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Очные, онлайн или индивидуальные группы.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площадки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площадки и конкретные группы.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отправкой система рассчитывает фактическое число получателей.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Редактор площадки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Площадки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088" y="2432303"/>
            <a:ext cx="11801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3251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9652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адрес или понятное имя.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слова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Группы подбираются по вхождению в название.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вручную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Ручные галочки имеют приоритет.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откройте площадку повторно и сверьте выбранные группы.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590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заголовок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должен кратко объяснять тему.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Напишите сообщение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дату, место и действие получателя.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JPEG, PNG и WebP.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Черновик сохраняется автоматически до финальной отправки.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эмодзи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 -&gt; кнопка эмодзи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06" y="2432303"/>
            <a:ext cx="17428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набор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доступные эмодзи.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символ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вставится в позицию курсора.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 набор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сообщения сохранится.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требуется системная клавиатура: эмодзи доступны внутри редактора.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866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аудиторию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роли, площадки, группы и количество.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сообщение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текст, ссылку и изображение.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отправки текст не редактируется; исправление отправляется новой рассылкой.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Отправка, история и повтор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аудиторию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город, категории, форматы, площадки и группы.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контент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ссылку и прочитайте сообщение на телефоне.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успешные, пропущенные и ошибочные доставки.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Повторите корректно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ошибке создайте новую рассылку из сохраненного содержания.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отправкой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Нет данных чужой группы.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Указаны дата и место.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открывается.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Фото читается на телефоне.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Отправленное не редактируется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Исправления рассылаются новым сообщением, чтобы история оставалась достоверной.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Управление филиалом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Сотрудники, товары, склады и импорт изолированы по рабочему городу.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Сотрудники и приглашения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 и цифровые коды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Импорт, связи и история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60388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4396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00111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64119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5508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909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вкладку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Сотрудники, товары, склады, импорт, связи и история.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сводку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Показатели относятся к текущему городу.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заново загружает данные вкладки.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Лишних устаревших вкладок и дублирующего приветственного блока нет.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Активные и отозванные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779556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3564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407042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71050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697577" y="457712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61585" y="464112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и отозванные роли разделены.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имени, MAX ID и роли.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позволяет настроить или отозвать роль.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Директор может отзывать роли администраторов своего города.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одноразовой 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850" y="2432303"/>
            <a:ext cx="16966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правами приглашающего.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действует семь дней и один раз.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Без создания никаких изменений нет.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Администратор не может приглашать роль выше собственных полномочий.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Копирование приглашения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созданная ссылка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088" y="2432303"/>
            <a:ext cx="15241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Передайте ссылку конкретному сотруднику.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срок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истечения нужна новая ссылка.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роль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перехода сотрудник появится в активных.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Повторный переход по использованной ссылке не создает новую связь.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Отзыв роли и уведомления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поиск по имени, MAX ID или роли.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Кнопка действий находится справа в строке.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уведомления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Измените нужные категории сообщений.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Директор может отозвать администратора своего города.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Связь перейдет во вкладку «Отозванные».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сохраняется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действий.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Данные учеников.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Заказы и остатки.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Возможность выдать новую роль.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Отзывайте роль, не аккаунт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прекращает полномочия без удаления связанных данных.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957" y="2432303"/>
            <a:ext cx="479659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9023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5424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448703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12711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024295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88303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статус, категорию и поиск.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Откроется единая карточка товара.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Редактируйте цену, тип выдачи и остатки.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SKU вручную не вводится: технический идентификатор формируется автоматически.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физического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035" y="2432303"/>
            <a:ext cx="5236440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67825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31833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152944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16952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152944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6952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Название, категория, цена, описание и фото.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Для обычного товара оставьте выдачу со склада.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Укажите остатки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задается отдельно для каждого склада.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проверьте карточку товара в магазине.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Цифровой товар и пул кодов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-&gt; тип «Код сразу после покупки»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035" y="2432303"/>
            <a:ext cx="5236440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6782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3183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152944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16952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152944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6952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цифровой тип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Физический склад для него не нужен.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коды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строка — отдельный код выдачи.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доступность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Активных кодов должно хватать на продажи.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выдается сразу после покупки и исключается из доступного пула.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Массовый импорт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Массовый импорт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808" y="2432303"/>
            <a:ext cx="436089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33477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97485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323700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7708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50114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6515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переименовывайте обязательные колонки.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файл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Поддерживается подготовленный XLSX или CSV.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Ошибочные строки исправляются до повторной загрузки.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Шаблон содержит пример и правила для физических и цифровых товаров.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634" y="2432303"/>
            <a:ext cx="563924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9059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5460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8464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4865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248568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12576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основной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подставляется в новые складские операции.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понятное название и адрес.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склад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Старые заказы при этом не переносятся.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Основной склад — персональная настройка сотрудника, а не города целиком.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склада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36" y="2432303"/>
            <a:ext cx="90583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1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59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1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59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1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59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название, понятное при сборке.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Укажите адрес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Добавьте ориентир или примечание.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Склад появится в товарах и заказах.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и технический тип склада пользователю заполнять не требуется.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Автоматическое распределение по городам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город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Значение берется из каждой строки файла.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Поддерживаются листы «Шаблон» и «Сделки».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предпросмотр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Неизвестный город показывает ошибку.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Только теперь записи создаются по филиалам.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реестр каждого доступного города.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Ограничения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доступные директору города.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Город уже создан.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Группа создается в городе строки.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Повтор обновляет по ID.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Заранее база не распределяется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Распределение выполняется только при подтвержденном импорте директором.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0111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64119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226210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0218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034527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8535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актуальную структуру колонок.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лист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«Шаблон» и «Сделки».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Предпросмотр не изменяет базу.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Город берется из строки и сопоставляется только с доступными директору городами.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Родители, ученики и MAX-аккаунты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2066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8467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346764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0772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577023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41031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 связи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Проверяйте роль и текущее состояние.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пользователя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принимает имя и MAX ID.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Отозванную связь можно оформить заново с другой ролью.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Удаление связи не удаляет ученика, баланс, заказы или историю.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 действий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История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0111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64119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587873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51881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275636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39644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Ограничьте историю нужным интервалом.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событие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сотруднику и действию.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детали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записи есть автор, время и объект изменения.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Устаревший внешний раздел удален; здесь только действия внутри текущей системы.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QR-коды и помощь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Детский вход создается через подтвержденную связь с родителем.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 родителя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 преподавателя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Повторная привязка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Встроенная помощь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ребенка и ссылка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611" y="2432303"/>
            <a:ext cx="157308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3251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9652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Каждый код относится к одному профилю.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 QR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Изображение можно передать ребенку.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 ссылку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повторяет данные внутри QR-кода.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Полноэкранный QR-код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QR-код ребенка -&gt; Увеличить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826882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0890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Ребенок сканирует его со второго устройства.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Увеличьте яркость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Полноэкранный режим упрощает сканирование.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Возвращает к списку детей.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привязки повторно используйте обычный вход через MAX.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QR-коды учеников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65" y="2432303"/>
            <a:ext cx="18933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Показаны только ученики преподавателя.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показывает доступность QR.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создается при активной родительской связи.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родитель не подключен, экран объяснит перейти по ссылке из письма.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QR И 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QR недоступен или связь ошибочна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родителя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QR нужна активная связь родитель–ученик.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письмо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Если связи нет, родитель переходит по ссылке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ошибочную связь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делает это во вкладке «Связи».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Выдайте новую 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отзыва связь можно оформить заново.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Повторите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Покажите код только нужного ученика.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Безопасная привязка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Один QR — один ученик.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передается лично.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 не открывает детскую ссылку.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сохраняется.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QR не заменяет родителя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 дает ребенку вход только после подтвержденной родительской связи.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ПОМОЩЬ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 на компьютере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Помощь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226210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0218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помощь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Пункт находится в основном меню роли.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Скоро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Встроенная справка пока недоступна.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 запуска встроенной справки используйте PDF и текстовый каталог действий.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ПОМОЩЬ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Еще -&gt; Помощь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566964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573365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страницу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должна показывать только «Скоро...».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Вернитесь в меню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другой раздел через нижнюю панель.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Пустого отступа или зависания навигации после открытия помощи быть не должно.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0.78.1 · Algo MAX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Короткий маршрут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/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профиль -&gt; выбрать товар -&gt; оформить -&gt; следить за статусом.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Выбрать группу -&gt; начислить AC -&gt; получить заказ -&gt; передать ребенку.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свои группы -&gt; доставку -&gt; подготовить адресную рассылку.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Назначить склад -&gt; собрать -&gt; распределить -&gt; проверить остатки.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Выбрать город -&gt; проверить отчет, сотрудников, заказы и импорт.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Каждое действие заканчивается проверкой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Дождитесь сообщения, обновите список и откройте историю связанного заказа или ученика.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делать, если результат не появился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Не нажимайте повторно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Особенно при покупке, начислении и изменении остатка.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обновить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круговую стрелку в текущем разделе.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Сбросьте фильтры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«Все», очистите поиск и проверьте группу.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роль и 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Пустые списки часто связаны с областью доступа.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Зафиксируйте контекст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Снимок, время, роль, город и номер объекта.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сообщить поддержке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Номер заказа или ID ученика.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Точное время по Москве.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и выбранный город.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Текст сообщения об ошибке.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важнее повторного клика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убедитесь, что операция не сохранилась, и только затем повторяйте действие.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541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77977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06624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3467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73552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Сверьте ученика, заказ или товар.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9136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Не повторяйте финансовую кнопку.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4805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данные после результата.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0474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74336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сохраните контекст.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40817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Главный принцип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2121408"/>
            <a:ext cx="4187952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B1F68"/>
                </a:solidFill>
                <a:latin typeface="Arial"/>
              </a:rPr>
              <a:t>Статус в приложении должен соответствовать реальному действию: товар собран, доставлен, получен преподавателем или передан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9712" y="4187952"/>
            <a:ext cx="41879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39712" y="4187952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315968"/>
            <a:ext cx="3858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Материалы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608576"/>
            <a:ext cx="38587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PPTX, PDF, текстовое руководство и отчет из 130 исправлений находятся в docs и output/pdf.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