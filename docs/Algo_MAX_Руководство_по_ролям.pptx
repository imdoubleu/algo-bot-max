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94360"/>
            <a:ext cx="53035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6949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1952"/>
            <a:ext cx="4005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Руководство</a:t>
            </a:r>
            <a:br/>
            <a:r>
              <a:t>пользователя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310128"/>
            <a:ext cx="38862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Основные сценарии для учеников, родителей и сотрудников школы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5266944"/>
            <a:ext cx="2980944" cy="43891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8581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Редактируемая презентация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596188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Версия 1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548640"/>
            <a:ext cx="6181344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271016"/>
            <a:ext cx="5897880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4910328"/>
            <a:ext cx="544068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491032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3834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сервис для всей школы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3095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 и награды, магазин, заказы, ученики, рассылки и управление филиалом.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войти и начать работу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8288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8379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181051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103120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персональной ссылке от школы или откройте уже подключенного бота.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7797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7889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76148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5409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подтверждает связь с детьми. Сотрудник получает роль по приглашению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" y="373075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73989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71246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кнопку приложения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400507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кабинет с разделами, разрешенными для вашей роли.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66344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956048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указаны верный ребенок, город и рабочая роль.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5394960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19933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Навигация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25786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компьютере разделы находятся слева.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3108960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телефоне основные разделы расположены снизу.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528816" y="3712463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3" y="3639311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Остальные пункты открываются через «Еще».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528816" y="424281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4169663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Раздел «Помощь» пока содержит страницу «Скоро...».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468112"/>
            <a:ext cx="5394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46811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Важно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передавайте персональные ссылки и детские QR-коды посторонним.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МАТРИЦА ДОСТУПА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доступно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магазин, корзина, свои заказы и история 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8308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Дети, отдельные корзины, заказы, баланс и детские QR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8308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8308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Свои ученики, начисления, QR и выдача заказов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46120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Ученики филиала, заказы, начисления и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4612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4612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Заказы, товары, склады, импорт, связи и сотрудники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4612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4612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Операции филиала, сотрудники, роли и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091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091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8737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3036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филиалы, создание партнеров и переключение города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607161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Сотрудники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Личный кабинет и баланс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текущий баланс в профиле.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Обновляйте баланс кнопкой рядом с суммой.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Открывайте историю начислений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Проверяйте последние заказы на главной.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только после привязки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Вход ученика работает через связанную семью и персональный QR-код.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ученик получает награду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используйте категории, поиск и фильтр наличия.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9747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7004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6265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количество, стоимость и остаток AC после оформления.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10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301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0273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Оформите заказ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895344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появится в статусе «Зарезервирован» и поступит сотрудникам.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53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62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354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Следите за статусом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2803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«Заказы» и дождитесь получения у преподавателя или цифрового кода.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755648"/>
            <a:ext cx="5440680" cy="345643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нужно помнить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492240" y="26609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2587752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Корзина относится к выбранному ребенку.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492240" y="319125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3118104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Физический товар выдает сотрудник школы.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492240" y="372160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3648456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Цифровой код находится внутри выполненного заказа.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492240" y="42519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41788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 вопросам заказа обратитесь к администратору.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413248"/>
            <a:ext cx="544068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554126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Статусы обновляются автоматически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583387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действий сотрудников достаточно обновить раздел заказов.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Семейный кабинет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Переключайтесь между связанными детьми.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баланс и историю каждого ребенка.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Оформляйте отдельные заказы для выбранного ребенка.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Следите за заказами всей семьи.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Корзины не смешиваются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Выбор ребенка определяет баланс, корзину, историю и получателя заказа.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 главной странице нажмите имя нужного ребенка.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88336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его QR-код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80944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Каждый код привязывает только один детский профиль.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667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39312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931920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сканирует его с другого устройства и открывает 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90288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82896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входа ребенок видит только свои баланс, корзину и заказы.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755648"/>
            <a:ext cx="5394960" cy="20116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29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 QR-коде есть персональная ссылка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60320"/>
            <a:ext cx="4572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687D"/>
                </a:solidFill>
                <a:latin typeface="Arial"/>
              </a:rPr>
              <a:t>Ее можно скопировать или сохранить QR-код как изображение для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41648"/>
            <a:ext cx="5394960" cy="123444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261"/>
                </a:solidFill>
                <a:latin typeface="Arial"/>
              </a:rPr>
              <a:t>Не пересылайте код посторонним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87D"/>
                </a:solidFill>
                <a:latin typeface="Arial"/>
              </a:rPr>
              <a:t>Если связь отозвана, доступ ребенка прекращается.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468112"/>
            <a:ext cx="539496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5468112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Если QR не открывается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Обновите страницу и убедитесь, что родительская связь еще активна.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Ученики, QR-коды и начисления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свои группы и учеников.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учеников и начисляет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Открывает историю учеников своих групп.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Массовое начисление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Отметьте учеников, выберите причину и сумму, затем подтвердите одну операцию.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37360"/>
            <a:ext cx="54406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видит преподаватель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896112" y="267919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Только заказы своих учеников.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896112" y="320954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Какие товары и в каком количестве переданы.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896112" y="373989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Площадку и сведения, необходимые для выдачи.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896112" y="42702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6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подтверждения получения заказа.</a:t>
            </a:r>
          </a:p>
        </p:txBody>
      </p:sp>
      <p:sp>
        <p:nvSpPr>
          <p:cNvPr id="18" name="Rectangle 17"/>
          <p:cNvSpPr/>
          <p:nvPr/>
        </p:nvSpPr>
        <p:spPr>
          <a:xfrm rot="2700000">
            <a:off x="896112" y="4800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передачи заказа ученику.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4708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5623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2880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комплект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21408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список с фактически переданными товарами.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71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880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852928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45536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перейдет в статус «Учитель получил заказ».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895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04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7705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169663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отметьте заказ как полученный.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5303520"/>
            <a:ext cx="534924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30352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431536"/>
            <a:ext cx="50200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подтверждайте заранее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724144"/>
            <a:ext cx="50200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 должен соответствовать фактическому движению товара.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филиала и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учениками доступного филиала.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получателей по формату и площадке.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Проверка перед отправкой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выберите аудиторию, затем заполните новость и проверьте итоговый вид.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и движение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 зарезервированным заказам.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Собирает товары по общему чек-листу.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Распределяет заказы по площадкам и педагогам.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Обновляет статусы после фактических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заказа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выбирает причину отмены; списанные AC возвращаются ученику.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Ежедневное управление филиалом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Поиск, карточка, статус, дата рождения, баланс и история изменений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78224" y="175564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8224" y="175564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Товары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Создание товара, фотография, цена, коды автовыдачи и остатки по складам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755648"/>
            <a:ext cx="3136392" cy="157276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1755648"/>
            <a:ext cx="64008" cy="157276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Название, адрес или примечание, остатки и основной склад сотрудника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3136392" cy="157276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767328"/>
            <a:ext cx="64008" cy="157276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Загрузка подготовленного XLSX и просмотр результата обработки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78224" y="376732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78224" y="376732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4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6824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Контроль привязок родителей, учеников и сотрудников к 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376732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376732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Роли, отзыв доступа и персональные настройки уведомлений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5614416"/>
            <a:ext cx="542239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561441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5742431"/>
            <a:ext cx="509320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Порядок действий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6035040"/>
            <a:ext cx="50932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обновите данные, затем выполняйте операции и проверяйте историю.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и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операционную сводку своих филиалов.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товары, склады и низкие остатки.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Выдает и отзывает роли сотрудников.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Настраивает уведомления и параметры доступа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Область ответственности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 назначенными ему городами, филиалами и сотрудниками.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новых партнеров и города.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филиал в верхней панели.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Выполняет все административные операции.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между партнерами.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любым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город: действия применяются к текущему рабочему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ПРОЦЕСС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Жизненный цикл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46888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еще не подтвержден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46888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назначен, товар собирают и везут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Доставлен на площадку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находится на площадке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46888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Учитель получил заказ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фактически передан ученику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828032"/>
            <a:ext cx="5303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48280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меняют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Так родители, ученики и сотрудники видят одинаковую картину движения заказа.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4828032"/>
            <a:ext cx="5303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828032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Отмену оформляют сотрудники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Администратор, директор или суперадминистратор указывает причину и возвращает AC.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БЫСТРАЯ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что-то не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открывается приложение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Вернитесь в чат с ботом и снова нажмите кнопку приложения.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755648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755648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Показана неверная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приложение, откройте заново и обратитесь к директору или администратору.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7520"/>
            <a:ext cx="5102352" cy="9875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017520"/>
            <a:ext cx="54864" cy="9875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обновился баланс или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Нажмите кнопку обновления рядом с балансом или в нужном разделе.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017520"/>
            <a:ext cx="5102352" cy="9875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017520"/>
            <a:ext cx="54864" cy="9875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виден ученик или группа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город, роль и актуальность связи ученика с группой.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79392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79392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QR-код больше не работает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Попросите родителя открыть кабинет и получить актуальный код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4279392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4768" y="4279392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Сделайте снимок экрана и укажите роль, раздел и выполненное действие.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833872"/>
            <a:ext cx="11018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Раздел «Помощь» внутри приложения пока готовится.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