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09160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" y="566928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" y="585216"/>
            <a:ext cx="5303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7592" y="7132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554480"/>
            <a:ext cx="3657600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Полное руководство</a:t>
            </a:r>
            <a:br/>
            <a:r>
              <a:rPr sz="3000" b="1">
                <a:solidFill>
                  <a:srgbClr val="FFFFFF"/>
                </a:solidFill>
                <a:latin typeface="Arial"/>
              </a:rPr>
              <a:t>по ролям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999232"/>
            <a:ext cx="3547872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Конкретные кнопки, права доступа, ожидаемый результат и исправление ошибок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5102352"/>
            <a:ext cx="3401568" cy="5303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5257800"/>
            <a:ext cx="29809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70+ актуальных экранов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6126480"/>
            <a:ext cx="39136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CBB9E8"/>
                </a:solidFill>
                <a:latin typeface="Arial"/>
              </a:rPr>
              <a:t>Редакция 7 · интерфейс 0.86.2 · сентябрь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84064" y="585216"/>
            <a:ext cx="6528816" cy="184708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7844" y="658368"/>
            <a:ext cx="2721254" cy="17007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084064" y="2596896"/>
            <a:ext cx="6528816" cy="184708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7844" y="2670048"/>
            <a:ext cx="2721254" cy="1700784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084064" y="4608576"/>
            <a:ext cx="6528816" cy="16459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8779" y="4681728"/>
            <a:ext cx="2399385" cy="149961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НАВИГАЦИЯ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Содержание по рабочим разделам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1. Вход и роли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Профиль, город, ребенок и доступные разделы.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2. Магазин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Поиск, фильтры, карточка, корзина и код.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3. Заказы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Склад, сборка, доставка, получение и отмена.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4. Ученики и AC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Карточка, статус, баланс, начисления и отчет.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5. Рассылки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Аудитория, площадки, эмодзи и проверка.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6–7. Управление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Сотрудники, товары, склады, импорт, QR и помощь.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Принцип руководства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Одна операция — один экран. Номера на скриншоте совпадают с точными действиями справа.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КАК ЧИТАТЬ РУКОВОДСТВО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Номер показывает точное место нажатия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Пример: Магазин -&gt; карточка товара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9434" y="2432303"/>
            <a:ext cx="919435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07018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13419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02968" y="393667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66976" y="400068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36825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43226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номер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Метка стоит рядом с нужной кнопкой или полем.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Выполните действие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Пояснение справа использует тот же номер.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результат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Нижний блок сообщает, что должно измениться.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Если экран отличается, сначала проверьте роль, выбранного ребенка и рабочий город.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Кто что делает в системе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Ученик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Покупает за свои AC, видит баланс, историю и собственные заказы.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Родитель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Переключает детей, оформляет покупку и дает ребенку QR-доступ.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Начисляет AC своим ученикам, получает и выдает их заказы.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Куратор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Работает с разрешенными группами, заказами и адресными рассылками.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Ведет учеников, склады, товары, сотрудников и полный цикл заказа.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Директор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Контролирует несколько городов, отчеты и права сотрудников.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Данные разделены по городам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Сотрудник с ролями в нескольких городах переключает только назначенные ему филиалы и проверяет город перед изменением.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Пять рабочих состояний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1. Зарезервирован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Заказ создан; склад для физического товара еще не подтвержден.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2. Ожидает доставки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Склад выбран, товар собран или готовится к отправке на площадку.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3. На площадке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Доставка подтверждена; заказ доступен преподавателю.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4. У учителя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Преподаватель фактически получил комплект.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5. Получен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Семья видит «Получен», сотрудники — «Передан ученику».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Отменен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Отменять на любом этапе могут только администратор и директор.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Статус — это факт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Не переводите заказ дальше заранее: каждое состояние должно соответствовать реальному действию.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ДОСТУП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Что проверить перед любой операцией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из MAX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Запускайте mini-app из подтвержденного аккаунта MAX.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профиль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Сверьте имя и активную роль в верхнем блоке.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город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Сотрудник с доступом к нескольким городам выбирает рабочий город в верхней панели.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ребенка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Родитель выбирает ребенка до магазина, корзины или истории.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Обновите данные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изменения нажмите кнопку с круговыми стрелками.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Если нужного раздела нет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Роль не назначена или отозвана.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Выбран другой город.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Связь с учеником неактивна.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Нужно повторно открыть приложение из MAX.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используйте чужие ссылки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Персональные и одноразовые приглашения нельзя пересылать другому пользователю.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РАЗДЕЛ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Вход, профиль и роли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Сначала убедитесь, от чьего имени и в каком городе открыта система.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Преподаватель и куратор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Директор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ученика на компьютере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502883" y="273112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66891" y="279513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672864" y="273112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36872" y="279513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637300" y="273112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01308" y="279513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имя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Приветствие и профиль должны относиться к ученику.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Обновите баланс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Круговая стрелка повторно запрашивает AC.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корзину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Счетчик показывает добавленные позиции.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Ученик видит только свой баланс, свою историю и свои заказы.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ученика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Нижнее меню -&gt; Главная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838" y="2432303"/>
            <a:ext cx="1400627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276880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283281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58564" y="574499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22572" y="580900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кабинет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Имя в приветствии подтверждает текущий профиль.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быстрый раздел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Карточки ведут к магазину и заказам.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Используйте меню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Основные разделы закреплены снизу.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Дополнительные пункты находятся в меню «Еще» и зависят от роли.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Переключение между детьми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выбор ребенка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261774" y="280647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325782" y="287048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793418" y="280647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57426" y="287048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492032" y="46524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556040" y="47164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ребенка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Баланс и корзина переключатся вместе с именем.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AC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Сумма относится только к активному ребенку.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заказ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Список показывает заказы связанных детей.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Перед покупкой повторно проверьте имя ребенка в корзине.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родителя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ребенок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920" y="2432303"/>
            <a:ext cx="1128462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273112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279513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29291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35692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Профиль родителя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Имя подтверждает, кто открыл приложение.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Активный ребенок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Нажмите имя, чтобы сменить профиль.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Разделы семьи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Корзина и заказы доступны снизу.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 каждого ребенка отдельные баланс, корзина, заказы и история AC.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Ученики и заказы преподавателя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683715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47723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913973" y="344692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77981" y="351093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634288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98296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Список учеников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Показаны только назначенные группы и ученики.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Заказы к выдаче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Здесь видны комплекты своих учеников.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Рабочие разделы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Начисления, заказы и отчет доступны слева.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Если ученика нет, сбросьте фильтр группы, затем обратитесь к администратору.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Рабочий экран преподавателя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нижнее меню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506" y="2432303"/>
            <a:ext cx="175329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1" y="325855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59" y="332256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1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59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270815" y="566964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34823" y="573365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группу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Фильтр сокращает список до нужной группы.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ученика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Карточка дает доступ к разрешенной истории.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открывает массовое начисление AC.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Преподаватель не видит чужие группы и не может отменять заказы.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Первичная привязка к группам LMS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Первый вход -&gt; Укажите фамилию и имя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502883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66891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708428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772436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105656" y="450177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169664" y="456578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фамилию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точное написание из LMS.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имя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Имя профиля MAX может отличаться.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Сохраните и найдите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запускает автоматический поиск групп.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сохранения главная страница показывает найденные группы и учеников.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Проверка найденных групп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Рабочий профиль -&gt; Изменить ФИО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502883" y="404969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66891" y="411370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105656" y="43510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69664" y="44150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527596" y="46524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91604" y="47164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ФИО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Фамилия и имя должны совпадать с LMS.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результат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Блок показывает число учеников и найденные группы.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Повторите поиск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Сохранение заново рассчитывает привязки.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Если групп нет, исправьте ФИО; вручную дублировать преподавателя не нужно.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Рабочая область куратора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623438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87446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913973" y="344692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77981" y="351093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634288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98296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учеников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Список ограничен разрешенными группами.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Контролируйте выдачу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Куратор видит связанные заказы.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рассылки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Адресные новости доступны в меню.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Куратор может подтверждать доставку на площадку, но не отменять заказ.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администратора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623438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87446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913973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77981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634288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98296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Ученики и группы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Быстрый список показывает активных учеников города.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Заказы к выдаче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Карточки отражают фактические статусы.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Управление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Товары, склады и сотрудники находятся здесь.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Администратор работает только в назначенном городе.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НЕСКОЛЬКО РОЛЕЙ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Единый профиль сотрудника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Рабочий профиль -&gt; основное меню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201497" y="284414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65505" y="290815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478170" y="307018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542178" y="313419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634288" y="423806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98296" y="430206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роли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Активные роли перечислены через запятую.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Измените ФИО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Имя меняется один раз для всего профиля.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Используйте общие права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Меню объединяет возможности всех активных ролей.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Отозванные роли не показываются и не расширяют доступ.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НЕСКОЛЬКО ГОРОДОВ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Переключение рабочего города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Верхняя панель -&gt; Город / партнер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105656" y="374830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69664" y="381231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105656" y="404969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69664" y="411370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105656" y="46524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169664" y="47164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город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Введите название или выберите строку списка.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филиал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Подсветка показывает текущий рабочий контекст.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Смените город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Доступны только города с активными ролями сотрудника.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выбора проверьте город в профиле до изменения учеников, заказов или остатков.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Контроль филиала директором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город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623438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87446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913973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77981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634288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98296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учеников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Список относится к выбранному городу.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Контролируйте заказы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зависшие этапы перед выдачей.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управление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Сотрудники, склады и импорт доступны директору.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При нескольких городах сначала переключите город, затем выполняйте изменения.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РАЗДЕЛ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Магазин и покупка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Поиск награды, проверка суммы и получение цифрового кода.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Поиск и категории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Сортировка и фильтры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Корзина и подтверждение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Цифровая автовыдача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Поиск, категории и сортировка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Магазин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11200" y="322088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75208" y="328489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960388" y="367296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24396" y="373696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275636" y="367296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39644" y="373696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название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Поиск работает по части названия товара.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категорию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«Все» возвращает полный каталог.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Настройте сортировку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Выберите популярность, цену или новизну.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фильтра количество карточек и подпись найденных товаров должны измениться.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Выбор порядка товаров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Магазин -&gt; Сортировка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009814" y="329622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073822" y="336023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009814" y="363528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73822" y="369929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900111" y="314553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964119" y="320954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меню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Нажмите поле «Сортировка».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порядок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Доступны популярность, цена и новизна.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категории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Одинаковые названия с лишними пробелами объединены.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Меню открывается поверх каталога и не перекрывается карточками товаров.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Каталог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Магазин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9434" y="2432303"/>
            <a:ext cx="919435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295716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02117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21357" y="355994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85365" y="362395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Поиск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Введите название и дождитесь обновления списка.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Категории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Лента прокручивается горизонтально.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Подробнее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Откройте карточку выбранной награды.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Цена и наличие видны до добавления товара в корзину.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Дополнительные фильтры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Магазин -&gt; Фильтры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38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33390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39791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0873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1513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484083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490484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порядок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Сортировка меняет порядок карточек.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Оставьте доступные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«В наличии» скрывает недоступные позиции.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Сбросьте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сброса возвращает исходный каталог.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Активные переключатели выделяются; закрытие панели не сбрасывает выбор.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товара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Магазин -&gt; Подробнее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38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25855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32256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61479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67880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36825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43226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товар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название, описание, цену и тип выдачи.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количество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Не превышайте доступный остаток.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переносит позицию в корзину выбранного ученика.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Название не перекрывает изображение и полностью читается в карточке.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КОРЗИНА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Проверка количества и суммы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Корзина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155" y="2432303"/>
            <a:ext cx="160399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33390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39791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3510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4150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06687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13088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Измените количество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Минус и плюс сразу пересчитывают сумму.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остаток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Показан баланс после списания.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Оформите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Нажмите один раз и дождитесь подтверждения.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Получатель, итог и остаток на счете должны быть верными до подтверждения.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КОРЗИНА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Финальное подтверждение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Корзина -&gt; Оформить заказ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38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23806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30206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получателя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 родителя здесь указано имя выбранного ребенка.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итог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Сумма списания не должна превышать баланс.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Повторное нажатие не требуется.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успеха корзина очищается, а заказ появляется в соответствующей вкладке.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ЦИФРОВОЙ ТОВАР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Получение и копирование кода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Получены -&gt; Подробнее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155" y="2432303"/>
            <a:ext cx="160399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51895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58296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код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Код хранится внутри выполненного цифрового заказа.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Скопируйте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кнопку рядом с кодом.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выдачу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История подтверждает автоматическую выдачу.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Один цифровой код выдается один раз и исключается из повторной продажи.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ПОКУПКА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Проверки и частые ошибки корзины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ребенка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 родителя корзина относится к выбранному профилю.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наличие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Недоступный физический товар нельзя оформить.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баланс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Итог не должен превышать доступные AC.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 один раз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Дождитесь сообщения и появления заказа.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Не ищите отмену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Ученик и родитель не отменяют оформленный заказ.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После покупки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Корзина очищена.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Баланс обновлен.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Заказ появился в списке.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Цифровой код выдан сразу.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Физический товар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Сначала имеет статус «Зарезервирован» и ждет назначения склада.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РАЗДЕЛ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Заказы и выдача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Каждая кнопка подтверждает фактический этап движения товара.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31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Собрать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Распределить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Получить и передать ученику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СЕМЬЯ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Фильтры заказов ученика и родителя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442606" y="307018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06614" y="313419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793418" y="280647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57426" y="287048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155082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19090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состояние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Для семьи финальная вкладка называется «Получены».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заказ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Поиск принимает номер, ученика или товар.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«Подробнее» показывает состав и историю.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Выпадающий фильтр не дублируется: состояние выбирается только вкладками.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СЕМЬЯ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Заказы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состояние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2006" y="2432303"/>
            <a:ext cx="127429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288182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294583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389900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396300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Прокрутите статусы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Вкладки доступны горизонтальным свайпом.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карточку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Видны товар, сумма и текущий этап.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Подробнее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Откройте историю конкретного заказа.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Ученик и родитель не видят кнопку отмены ни на одном этапе.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СЕМЬЯ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и история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Подробнее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38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25855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32256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826882" y="250509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0890" y="256909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состав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товары, количество и сумму.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Читайте историю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Каждая запись содержит дату и фактическое действие.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Закройте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Крестик возвращает в список без изменения заказа.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Служебные подписи из внутренних сводок пользователю не показываются.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Рабочие вкладки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382329" y="295716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46337" y="302117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779556" y="382365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43564" y="388766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396191" y="382365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60199" y="388766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состояние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Верхний ряд фильтрует фактический статус.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этап работы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Назначить склад, Собрать или Распределить.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Обновите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Круговая стрелка применяет завершенные отметки.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Переключатели не дублируются и всегда видны до первого нажатия.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Очередь зарезервированных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Назначить склад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417893" y="389900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81901" y="396300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828982" y="386132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892990" y="392533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878409" y="386132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942417" y="392533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заказ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Чекбокс включает заказ в массовую операцию.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склад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Подсказка показывает доступный источник.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Стрелка открывает карточку и состав.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Выбор чекбокса не сворачивает площадку и не меняет статус сам по себе.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Склад для каждой позиции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 -&gt; склад для списания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985101" y="423806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049109" y="430206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105656" y="563197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69664" y="569598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757854" y="250509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21862" y="256909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склад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Список показывает доступный остаток.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фиксирует склады всех позиций.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Закройте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Крестик оставляет заказ зарезервированным.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подтверждения заказ переходит в «Ожидает доставки».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Назначение склада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 -&gt; склад для списания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38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72781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79182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59429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65830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позицию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Название товара не перекрывает изображение.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склад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Доступный остаток указан в списке.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Сохраните выбор один раз.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Если остатка нет, закройте карточку и проверьте другой склад или товар.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СОБРАТЬ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Общий чек-лист по складам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Собрать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417893" y="386132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81901" y="392533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779556" y="46524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43564" y="47164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396191" y="352226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60199" y="358627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склад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Список разделен по источнику товара.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Отметьте товар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Одинаковые позиции объединены, количество суммируется.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Обновите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Только обновление фиксирует готовый набор.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Чекбокс служит промежуточной отметкой; строка не исчезает сразу после нажатия.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работает чек-лист сборки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склад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Собирайте один источник товара за раз.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Возьмите количество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Одинаковые позиции уже объединены в одну строку.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Поставьте галочку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Отметка остается на месте и не сворачивает блок.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весь набор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Не подтверждайте заказ при фактической нехватке.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Нажмите обновить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Только эта кнопка переводит полностью собранные заказы дальше.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Что не попадает в сборку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Заказы без выбранного склада.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Уже доставленные на площадку.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Полученные преподавателем.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Переданные ученику или отмененные.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Галочка — не статус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Это промежуточный чек-лист. Статус меняется только после подтверждения.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Финальная выдача и названия статусов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Доставка на площадку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Администратор, директор или куратор подтверждает факт.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Получение учителем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Преподаватель нажимает «Учитель получил».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Проверка состава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Перед выдачей сверьте ученика, товар и количество.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Передача ребенку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«Передать ученику» после фактической выдачи.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Проверка семьи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 семьи заказ появится во вкладке «Получены».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Кто может отменить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Администратор города.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Директор города.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Не преподаватель и не куратор.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Не ученик и не родитель.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Два названия одного финала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Семья видит «Получен», сотрудники — «Передан ученику».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РАСПРЕДЕЛИТЬ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Площадки и преподаватели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Распределить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538447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02455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779556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43564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396191" y="352226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60199" y="358627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площадку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Внутри заказы сгруппированы по преподавателю.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Отметьте доставку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Ставьте галочку после фактической доставки.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Рабочая кнопка применяет выбранные заказы.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Заказы в статусах «На площадке» и «У учителя» больше не показываются в сборке.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ОТМЕНА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Причина отмены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Подробнее -&gt; Другие действия -&gt; Отменить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105656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69664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105656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69664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105656" y="551895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169664" y="558296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причину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готовый вариант или свой текст.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возврат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AC вернутся ученику после подтверждения.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Отмена необратима обычной кнопкой.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Отмену на любом этапе выполняют только администратор или директор.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Заказы только своих учеников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979" y="2432303"/>
            <a:ext cx="122234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280647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287048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378598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384998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состояние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Преподаватель видит только свою очередь.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ученика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Имя и группа должны быть вашими.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заказ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состав до получения.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Количество и состав доставленных заказов видны в общей выжимке и карточках.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Получение заказа на площадке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На площадке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077" y="2432303"/>
            <a:ext cx="2226148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280647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287048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«На площадке»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Здесь только фактически доставленные заказы.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состав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товар и количество.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Нажмите «Учитель получил»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Статус меняется после передачи преподавателю.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Следующее действие — «Передать ученику» после фактической выдачи ребенку.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Выдача заказа ученику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У учителя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084" y="2432303"/>
            <a:ext cx="229213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280647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287048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0873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1513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«У учителя»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Здесь находятся принятые преподавателем комплекты.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ученика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имя, товар и количество перед выдачей.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Передайте ученику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Нажмите кнопку только после фактической выдачи.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действия заказ перемещается во вкладку «Получены».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Результат выдачи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Получены -&gt; Подробнее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38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10786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17187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состояние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Карточка подтверждает завершенную выдачу.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историю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Последняя запись — «Заказ передан ученику».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Повторное нажатие не требуется: история хранит дату и итоговое состояние.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ПРАВА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Кто меняет состояние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Склад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Администратор или директор назначает склад.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Сборка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Администратор или директор ведет чек-лист.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Доставка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Администратор, директор или куратор подтверждает площадку.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Получение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Преподаватель подтверждает получение комплекта.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Выдача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Преподаватель или уполномоченный сотрудник передает ученику.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Отмена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Только администратор.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Только директор.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 указанием причины.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 возвратом AC ученику.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Семья не отменяет заказ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Кнопка отмены отсутствует у ученика и родителя на всех этапах.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РАЗДЕЛ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Ученики и астрокоины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Карточка ученика объединяет связи, статус, баланс и полную историю.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49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Реестр и карточка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Создание и перевод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Начисление AC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Отчет и правила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ИСТОРИЯ УЧЕНИКОВ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Реестр и фильтр по группам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История учеников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201497" y="340924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65505" y="347325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672864" y="340924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36872" y="347325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757854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21862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запрос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Ищите по ФИО, группе, ID или преподавателю.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группу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Новый фильтр групп сохраняется.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Стрелка показывает данные и историю ученика.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Отдельного старого фильтра «История ученика» больше нет.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Реестр только своих учеников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История учеников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201497" y="333390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65505" y="339791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733141" y="333390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97149" y="339791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757854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21862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ученика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Поиск работает внутри разрешенных групп.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группу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Чужие группы не отображаются.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Преподаватель видит разрешенную историю.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Куратор работает по тому же принципу в пределах назначенных групп.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КАРТОЧКА УЧЕНИКА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Статус, день рождения, баланс и история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История учеников -&gt; открыть ученика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3" y="2524315"/>
            <a:ext cx="7644383" cy="3583304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882554" y="354987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6562" y="361388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634532" y="401570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98540" y="407970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634532" y="473236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98540" y="479637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данные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Группа, преподаватель и день рождения хранятся вместе.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Измените статус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Укажите новое состояние и причину.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Скорректируйте AC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Введите итоговый баланс и обязательную причину.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История сохраняет автора, дату, старое и новое значение.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НОВЫЙ 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Создание ученика и связи с родителем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История учеников -&gt; Добавить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3" y="2494454"/>
            <a:ext cx="7644383" cy="3643026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882554" y="365020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6562" y="371421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634532" y="401450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98540" y="407851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634532" y="481597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98540" y="487998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Заполните ученика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Укажите ФИО, ID, группу, статус и день рождения.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родителя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Связь родитель–ученик создается сразу при наличии данных.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Сохраните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MAX-связь ребенка можно добавить позже.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Связь с MAX необязательна; обязательна только корректная карточка ученика.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Статус, выбытие и заморозка доступа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Измените статус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карточке ученика выберите состояние и укажите причину.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Запустите срок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выбытия действует установленное число дней доступа.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Настройте паузу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Директор задает период, который не расходует оставшиеся дни.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Сохраните историю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Баланс, заказы и связи не удаляются.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Восстановите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Активируйте статус — прежний баланс продолжит действовать.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Единый расчет срока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Вход по письму и QR.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Кабинет и магазин.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Корзина и новый заказ.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Старые заказы доступны сотрудникам.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Летняя пауза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Дни внутри периода заморозки не уменьшают остаток доступа.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Перевод в группу и подарок на день рождения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Найдите ученика через поиск или фильтр группы.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новую группу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Сохраните перевод без создания дубликата.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связи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Родитель, MAX-доступ, баланс и заказы сохраняются.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историю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Старая и новая группы записаны с автором и временем.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Укажите день рождения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эту дату один раз начисляется сумма системного правила города.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Доступ к истории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Преподаватель ученика.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Куратор группы.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Администратор.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Директор.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Перевод — не новый ученик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Все накопленные данные продолжают относиться к прежней карточке.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Групповое начисление 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700" y="2432303"/>
            <a:ext cx="2144902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37157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43558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27573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33974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29291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35692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группу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Ниже останутся ученики этой группы.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причину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Сумма связана с правилом текущего города.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Отметьте учеников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показывает количество выбранных.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успеха проверьте новые операции в истории AC.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Своя причина и сумма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Начисления -&gt; Своя причина и сумма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106" y="2432303"/>
            <a:ext cx="191809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423806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430206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69014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75414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06687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13088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свой вариант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Появятся два ручных поля.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причину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Текст должен объяснять начисление.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сумму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число до отправки.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Кастомная операция сохраняется с автором и доступна в отчете.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ОТЧЕТ 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Период, преподаватель и группа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Отчет AC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960388" y="333390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24396" y="339791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3382329" y="397434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46337" y="403835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552309" y="397434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16317" y="403835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период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быстрый интервал или даты.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Уточните преподавателя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Можно оставить всех сотрудников.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Уточните группу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Фильтры применяются вместе.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Нажмите «Показать» и сверьте сумму, причину, ученика и автора каждой операции.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Системная причина на день рождения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Начисления -&gt; Настроить причины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045378" y="355994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9386" y="362395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587873" y="355994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651881" y="362395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648151" y="521756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712159" y="528157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системную строку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Значок подарка заменяет кнопку удаления.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Измените сумму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Название причины остается неизменным.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Сохраните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закреплена и остается видимой при прокрутке.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Настроенная сумма начисляется автоматически один раз в день рождения ученика.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Правила AC для конкретного города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правила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Работайте в выбранном городе.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Свяжите причину и сумму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Стандартная причина подставляет фиксированное количество AC.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Отключите лишнее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Неактивное правило исчезает из формы.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Оставьте ручной вариант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Для исключения используйте свою причину и сумму.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отчет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Операция содержит автора и примененную причину.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Кому доступна настройка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Администратору.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Директору.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Преподаватель применяет правила.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Куратор применяет правила.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Автоматический подарок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Сумма правила начисляется в день рождения при заполненной дате. Причину нельзя удалить.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РАЗДЕЛ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Рассылки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Сначала аудитория, затем содержание и финальная проверка.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Получатели и форматы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Площадки и группы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Текст, фото и эмодзи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Проверка и история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Категория, формат и группы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Получатели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719279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3287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839833" y="42003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03841" y="42643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960388" y="502919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24396" y="509320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получателей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Родители, ученики или обе категории.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формат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Очные, онлайн или индивидуальные группы.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Уточните площадки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Выберите площадки и конкретные группы.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Перед отправкой система рассчитывает фактическое число получателей.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Редактор площадки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Площадки -&gt; Добавить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088" y="2432303"/>
            <a:ext cx="11801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03251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09652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371063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377464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название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адрес или понятное имя.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слова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Группы подбираются по вхождению в название.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Уточните вручную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Ручные галочки имеют приоритет.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сохранения откройте площадку повторно и сверьте выбранные группы.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Текст новости и изображение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Новость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590" y="2432303"/>
            <a:ext cx="185512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14553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20954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06687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13088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заголовок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Он должен кратко объяснять тему.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Напишите сообщение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Укажите дату, место и действие получателя.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фото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Поддерживаются JPEG, PNG и WebP.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Черновик сохраняется автоматически до финальной отправки.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Добавление эмодзи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Новость -&gt; кнопка эмодзи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706" y="2432303"/>
            <a:ext cx="174289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93667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400068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53944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60345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набор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показывает доступные эмодзи.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символ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Он вставится в позицию курсора.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Закройте набор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Текст сообщения сохранится.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Не требуется системная клавиатура: эмодзи доступны внутри редактора.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Финальная проверка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Рассылки -&gt; Проверка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866" y="2432303"/>
            <a:ext cx="224657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10786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17187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21756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28157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аудиторию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роли, площадки, группы и количество.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сообщение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текст, ссылку и изображение.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Отправьте один раз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Дождитесь итоговой статистики.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отправки текст не редактируется; исправление отправляется новой рассылкой.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РАССЫЛКИ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Отправка, история и повтор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аудиторию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Сверьте город, категории, форматы, площадки и группы.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контент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ссылку и прочитайте сообщение на телефоне.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Отправьте один раз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Дождитесь итоговой статистики.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историю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Сверьте успешные, пропущенные и ошибочные доставки.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Повторите корректно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При ошибке создайте новую рассылку из сохраненного содержания.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Перед отправкой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Нет данных чужой группы.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Указаны дата и место.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Ссылка открывается.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Фото читается на телефоне.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Отправленное не редактируется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Исправления рассылаются новым сообщением, чтобы история оставалась достоверной.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РАЗДЕЛ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Управление филиалом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Сотрудники, товары, склады и импорт изолированы по рабочему городу.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68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Сотрудники и приглашения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Товары и цифровые коды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Склады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Импорт, связи и история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УПРАВЛЕНИЕ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Рабочие вкладки филиала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960388" y="378598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24396" y="384998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900111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64119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155082" y="378598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19090" y="384998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вкладку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Сотрудники, товары, склады, импорт, связи и история.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сводку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Показатели относятся к текущему городу.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Обновите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заново загружает данные вкладки.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Лишних устаревших вкладок и дублирующего приветственного блока нет.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Единые карточки активных сотрудников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Сотрудники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804269" y="412504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868277" y="418904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3442606" y="453944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06614" y="460345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878409" y="453944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942417" y="460345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сотрудника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Поиск работает по имени, MAX ID и активной роли.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роли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Все активные роли человека указаны в одной карточке через запятую.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действия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Меню позволяет изменить ФИО, добавить или отозвать роль.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Отозванные роли не отображаются; сотрудник исчезает после отзыва последней активной роли.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Действия с единым профилем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Сотрудники -&gt; меню с тремя точками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878409" y="442642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2417" y="449043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6456468" y="472781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20476" y="479182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456468" y="517989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20476" y="524390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меню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относится ко всему профилю сотрудника.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действие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Измените ФИО или добавьте еще одну роль.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Отзовите конкретную роль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Остальные активные роли сохраняются.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Директор может отозвать административную роль в назначенном ему городе.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Добавление дополнительной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Сотрудники -&gt; Добавить роль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733141" y="487850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97149" y="494251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6396191" y="487850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60199" y="494251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960388" y="453944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24396" y="460345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роль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Список ограничен полномочиями текущего пользователя.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Новая роль прикрепляется к существующему MAX ID.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карточку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обновления роли будут перечислены через запятую.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Повторная карточка сотрудника при добавлении роли не создается.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Изменение ФИО сотрудника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Сотрудники -&gt; Изменить ФИО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587873" y="499152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51881" y="505553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492032" y="499152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556040" y="505553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335914" y="499152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99922" y="505553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фамилию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Новое значение применяется ко всему профилю.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имя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MAX ID остается прежним.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Сохраните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Все активные роли продолжат работать.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сохранения обновите список и найдите сотрудника по MAX ID.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Создание одноразовой ссылки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Сотрудники -&gt; Пригласить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551" y="2432303"/>
            <a:ext cx="175120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63528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69929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роль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Список ограничен правами приглашающего.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Создайте ссылку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Она действует семь дней и один раз.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Закройте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Без создания никаких изменений нет.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Администратор не может приглашать роль выше собственных полномочий.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Копирование приглашения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Сотрудники -&gt; созданная ссылка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006" y="2432303"/>
            <a:ext cx="1378290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78598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84998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06687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13088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Скопируйте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Передайте ссылку конкретному сотруднику.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срок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истечения нужна новая ссылка.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роль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перехода сотрудник появится в активных.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Повторный переход по использованной ссылке не создает новую связь.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Дополнительные роли, ФИО и отзыв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Найдите сотрудника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Используйте поиск по имени, MAX ID или активной роли.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меню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Кнопка с тремя точками находится справа в карточке.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Измените ФИО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Новое имя применяется ко всем ролям профиля.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роль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Новая роль появляется в той же карточке через запятую.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Отзовите роль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конкретную роль; остальные полномочия сохранятся.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Что сохраняется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Одна карточка сотрудника.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История действий.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Остальные активные роли.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Единый MAX ID.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Отозванные роли скрыты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Они не отображаются в карточке и не дают доступ к рабочим разделам.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Каталог и остатки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Товары и остатки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080942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44950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793418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57426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516745" y="453944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80753" y="460345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Фильтруйте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статус, категорию и поиск.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товар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Откроется единая карточка товара.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Измените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Редактируйте цену, тип выдачи и остатки.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SKU вручную не вводится: технический идентификатор формируется автоматически.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Фильтр каталога по складу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 -&gt; Все склады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335914" y="40873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99922" y="41513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6335914" y="43510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99922" y="44150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818132" y="412504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82140" y="418904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склады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Фильтр расположен рядом со статусом и категорией.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склад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Список сузится без изменения остатков.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счетчик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Число показывает найденные товары.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 строках результата должно быть название выбранного склада.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Результат фильтра по складу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 -&gt; выбранный склад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335914" y="40873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99922" y="41513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3623438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87446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456468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20476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выбранный склад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Поле хранит активный фильтр.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товар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Метаданные подтверждают склад и количество.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Склады и остатки проверяются через «Редактировать».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Выбор «Все склады» возвращает полный каталог города.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физического товара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 -&gt; Добавить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141220" y="333390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05228" y="339791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311200" y="371063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75208" y="377464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311200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375208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Заполните карточку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Название, категория, цена, описание и фото.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выдачу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Для обычного товара оставьте выдачу со склада.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Укажите остатки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Количество задается отдельно для каждого склада.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сохранения проверьте карточку товара в магазине.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Цифровой товар и пул кодов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-&gt; тип «Код сразу после покупки»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141220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05228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311200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75208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311200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375208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цифровой тип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Физический склад для него не нужен.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коды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Каждая строка — отдельный код выдачи.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доступность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Активных кодов должно хватать на продажи.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Код выдается сразу после покупки и исключается из доступного пула.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Массовый импорт товаров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 -&gt; Массовый импорт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839833" y="46524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03841" y="47164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768705" y="46524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832713" y="47164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396191" y="46524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60199" y="47164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Скачайте шаблон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Не переименовывайте обязательные колонки.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файл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Поддерживается подготовленный XLSX или CSV.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Импортируйте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Дождитесь отчета по строкам.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Фото принимается по прямой ссылке, из Яндекс Диска или Google Drive при открытом доступе.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ТОВАРЫ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Подтверждение удаления товара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Товары и остатки -&gt; корзина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105656" y="393667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69664" y="400068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708428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772436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708428" y="469014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772436" y="475414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название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Удаляется именно указанный товар.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Прочитайте последствия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Остатки удалятся во всех подключенных городах.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«Удалить товар» нельзя отменить.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Если у товара есть защищенная история движения, используйте скрытие вместо удаления.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СКЛАДЫ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Список складов и основной склад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Склады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020665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84673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793418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57426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396191" y="453944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60199" y="460345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основной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Он подставляется в новые складские операции.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склад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Укажите понятное название и адрес.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Измените склад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Старые заказы при этом не переносятся.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Основной склад — персональная настройка сотрудника, а не города целиком.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СКЛАДЫ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Создание склада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Склады -&gt; Добавить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236" y="2432303"/>
            <a:ext cx="90583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1" y="355994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59" y="362395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1" y="423806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59" y="430206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1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59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название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название, понятное при сборке.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Укажите адрес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Добавьте ориентир или примечание.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Сохраните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Склад появится в товарах и заказах.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Код и технический тип склада пользователю заполнять не требуется.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СКЛАДЫ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Общий склад в нескольких городах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Склады -&gt; склад с совпадающим названием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322051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386059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6335914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99922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456468" y="382365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20476" y="388766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общий склад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Единая сущность отмечена статусом «Подключен».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действия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Связь можно отключить от города без удаления общего склада.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 по названию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Точное совпадение подключает уже существующий склад.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Товары и остатки общего склада доступны во всех подключенных городах.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ИМПОРТ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Проверка таблицы импорта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Импорт данных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900111" y="3635288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64119" y="3699296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226210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290218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034527" y="46524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98535" y="47164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Скачайте шаблон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актуальную структуру колонок.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лист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Поддерживаются «Шаблон» и «Сделки».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файл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Предпросмотр не изменяет базу.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Город берется из строки и сопоставляется только с доступными директору городами.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ИМПОРТ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Автоматическое распределение по городам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Заполните город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Значение берется из каждой строки файла.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Загрузите XLSX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Поддерживаются листы «Шаблон» и «Сделки».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предпросмотр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Неизвестный город показывает ошибку.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Только теперь записи создаются по филиалам.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итог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реестр каждого доступного города.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Ограничения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Только доступные директору города.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Город уже создан.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Группа создается в городе строки.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Повтор обновляет по ID.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Заранее база не распределяется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Распределение выполняется только при подтвержденном импорте директором.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СВЯЗИ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Родители, ученики и MAX-аккаунты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Связи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020665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84673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346764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10772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577023" y="453944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41031" y="460345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Фильтруйте связи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Проверяйте роль и текущее состояние.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пользователя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Поиск принимает имя и MAX ID.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действия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Отозванную связь можно оформить заново с другой ролью.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Удаление связи не удаляет ученика, баланс, заказы или историю.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ИСТОРИЯ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Аудит действий сотрудников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Управление -&gt; История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900111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64119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587873" y="393667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651881" y="400068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275636" y="453944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39644" y="460345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период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Ограничьте историю нужным интервалом.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событие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Поиск работает по сотруднику и действию.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4133087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68512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224527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детали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9136" y="4544568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 записи есть автор, время и объект изменения.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Устаревший внешний раздел удален; здесь только действия внутри текущей системы.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РАЗДЕЛ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QR-коды и помощь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Детский вход создается через подтвержденную связь с родителем.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91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QR родителя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QR преподавателя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Повторная привязка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Встроенная помощь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QR-код ребенка и ссылка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QR-коды детей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671" y="2432303"/>
            <a:ext cx="154496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03251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09652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ребенка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Каждый код относится к одному профилю.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Сохраните QR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Изображение можно передать ребенку.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Скопируйте ссылку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Она повторяет данные внутри QR-кода.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Не открывайте детскую ссылку в родительском MAX-аккаунте.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Полноэкранный QR-код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QR-код ребенка -&gt; Увеличить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38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826882" y="250509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0890" y="256909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Покажите код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Ребенок сканирует его со второго устройства.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Увеличьте яркость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Полноэкранный режим упрощает сканирование.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Закройте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Возвращает к списку детей.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привязки повторно используйте обычный вход через MAX.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QR-коды учеников группы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QR-коды детей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465" y="2432303"/>
            <a:ext cx="189337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310786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317187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2130552" y="506687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94560" y="513088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группу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Показаны только ученики преподавателя.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ученика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Карточка показывает доступность QR.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62272" y="4133087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62272" y="4133087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26864" y="4270248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4279392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4224527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Покажите код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54456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Код создается при активной родительской связи.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Если родитель не подключен, экран объяснит перейти по ссылке из письма.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QR И СВЯЗИ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Если QR недоступен или связь ошибочна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родителя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Для QR нужна активная связь родитель–ученик.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письмо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Если связи нет, родитель переходит по ссылке школы.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Отзовите ошибочную связь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Администратор делает это во вкладке «Связи».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Выдайте новую роль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отзыва связь можно оформить заново.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Повторите QR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Покажите код только нужного ученика.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Безопасная привязка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Один QR — один ученик.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Ссылка передается лично.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Родитель не открывает детскую ссылку.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История сохраняется.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QR не заменяет родителя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Он дает ребенку вход только после подтвержденной родительской связи.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ПОМОЩЬ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Раздел помощи на компьютере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Помощь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7790688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7790688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75346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393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34288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98296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4226210" y="371063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290218" y="377464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2066543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3920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8512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68512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9136" y="2157984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помощь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9136" y="2478024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Пункт находится в основном меню роли.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03920" y="3099815"/>
            <a:ext cx="3090672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03920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68512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68512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9136" y="3191256"/>
            <a:ext cx="23591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Скоро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9136" y="3511296"/>
            <a:ext cx="23591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Встроенная справка пока недоступна.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03920" y="5394960"/>
            <a:ext cx="3090672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03920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05088" y="5504688"/>
            <a:ext cx="2761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05088" y="5760720"/>
            <a:ext cx="27614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До запуска встроенной справки используйте PDF и текстовый каталог действий.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ПОМОЩЬ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Раздел помощи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Еще -&gt; Помощь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6576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65760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401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738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30552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2130552" y="566964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94560" y="573365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62272" y="2066543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62272" y="2066543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26864" y="2203703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26864" y="2212848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7488" y="2157984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страницу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7488" y="247802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Она должна показывать только «Скоро...».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62272" y="3099815"/>
            <a:ext cx="713232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62272" y="3099815"/>
            <a:ext cx="54864" cy="96012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626864" y="3236975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26864" y="324612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7488" y="319125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Вернитесь в меню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7488" y="3511296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Откройте другой раздел через нижнюю панель.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62272" y="5394960"/>
            <a:ext cx="713232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62272" y="5394960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63440" y="5504688"/>
            <a:ext cx="68031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5760720"/>
            <a:ext cx="680313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Пустого отступа или зависания навигации после открытия помощи быть не должно.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Практическое руководство · интерфейс 0.86.2 · Algo MAX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ЕЖЕДНЕВНАЯ РАБОТА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Короткий маршрут каждой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Ученик / родитель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Проверить профиль -&gt; выбрать товар -&gt; оформить -&gt; следить за статусом.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Выбрать группу -&gt; начислить AC -&gt; получить заказ -&gt; передать ребенку.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Куратор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Проверить свои группы -&gt; доставку -&gt; подготовить адресную рассылку.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Назначить склад -&gt; собрать -&gt; распределить -&gt; проверить остатки.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Директор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Выбрать город -&gt; проверить отчет, сотрудников, заказы и импорт.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81528" y="5495544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Каждое действие заканчивается проверкой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81528" y="5934456"/>
            <a:ext cx="6117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87D"/>
                </a:solidFill>
                <a:latin typeface="Arial"/>
              </a:rPr>
              <a:t>Дождитесь сообщения, обновите список и откройте историю связанного заказа или ученика.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ДИАГНОСТИКА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Что делать, если результат не появился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Не нажимайте повторно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Особенно при покупке, начислении и изменении остатка.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Нажмите обновить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Используйте круговую стрелку в текущем разделе.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Сбросьте фильтры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«Все», очистите поиск и проверьте группу.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роль и город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Пустые списки часто связаны с областью доступа.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Зафиксируйте контекст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Снимок, время, роль, город и номер объекта.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Что сообщить поддержке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Номер заказа или ID ученика.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Точное время по Москве.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Роль и выбранный город.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Текст сообщения об ошибке.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История важнее повторного клика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Сначала убедитесь, что операция не сохранилась, и только затем повторяйте действие.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1F6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1792" y="621792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640080"/>
            <a:ext cx="5303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749808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541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Перед подтверждением</a:t>
            </a:r>
          </a:p>
        </p:txBody>
      </p:sp>
      <p:sp>
        <p:nvSpPr>
          <p:cNvPr id="6" name="Rectangle 5"/>
          <p:cNvSpPr/>
          <p:nvPr/>
        </p:nvSpPr>
        <p:spPr>
          <a:xfrm rot="2700000">
            <a:off x="713232" y="2779776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06624"/>
            <a:ext cx="50109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Проверьте роль и город.</a:t>
            </a:r>
          </a:p>
        </p:txBody>
      </p:sp>
      <p:sp>
        <p:nvSpPr>
          <p:cNvPr id="8" name="Rectangle 7"/>
          <p:cNvSpPr/>
          <p:nvPr/>
        </p:nvSpPr>
        <p:spPr>
          <a:xfrm rot="2700000">
            <a:off x="713232" y="3346704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73552"/>
            <a:ext cx="50109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Сверьте ученика, заказ или товар.</a:t>
            </a:r>
          </a:p>
        </p:txBody>
      </p:sp>
      <p:sp>
        <p:nvSpPr>
          <p:cNvPr id="10" name="Rectangle 9"/>
          <p:cNvSpPr/>
          <p:nvPr/>
        </p:nvSpPr>
        <p:spPr>
          <a:xfrm rot="2700000">
            <a:off x="713232" y="3913632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40480"/>
            <a:ext cx="50109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Не повторяйте финансовую кнопку.</a:t>
            </a:r>
          </a:p>
        </p:txBody>
      </p:sp>
      <p:sp>
        <p:nvSpPr>
          <p:cNvPr id="12" name="Rectangle 11"/>
          <p:cNvSpPr/>
          <p:nvPr/>
        </p:nvSpPr>
        <p:spPr>
          <a:xfrm rot="2700000">
            <a:off x="713232" y="448056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07408"/>
            <a:ext cx="50109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Обновите данные после результата.</a:t>
            </a:r>
          </a:p>
        </p:txBody>
      </p:sp>
      <p:sp>
        <p:nvSpPr>
          <p:cNvPr id="14" name="Rectangle 13"/>
          <p:cNvSpPr/>
          <p:nvPr/>
        </p:nvSpPr>
        <p:spPr>
          <a:xfrm rot="2700000">
            <a:off x="713232" y="5047488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974336"/>
            <a:ext cx="501091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При ошибке сохраните контекст.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19088" y="932688"/>
            <a:ext cx="5138928" cy="5084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9712" y="140817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1172F"/>
                </a:solidFill>
                <a:latin typeface="Arial"/>
              </a:rPr>
              <a:t>Главный принцип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39712" y="2121408"/>
            <a:ext cx="4187952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3B1F68"/>
                </a:solidFill>
                <a:latin typeface="Arial"/>
              </a:rPr>
              <a:t>Статус в приложении должен соответствовать реальному действию: товар собран, доставлен, получен преподавателем или передан ученику.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9712" y="4187952"/>
            <a:ext cx="4187952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39712" y="4187952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4315968"/>
            <a:ext cx="3858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Материалы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4608576"/>
            <a:ext cx="38587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PPTX, PDF, текстовое руководство и отчет из 130 исправлений находятся в docs и output/pdf.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91088" y="6291072"/>
            <a:ext cx="5669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BB9E8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