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212080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94360"/>
            <a:ext cx="53035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694944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01952"/>
            <a:ext cx="4005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Руководство</a:t>
            </a:r>
            <a:br/>
            <a:r>
              <a:rPr sz="3400" b="1">
                <a:solidFill>
                  <a:srgbClr val="FFFFFF"/>
                </a:solidFill>
                <a:latin typeface="Arial"/>
              </a:rPr>
              <a:t>пользователя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310128"/>
            <a:ext cx="38862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DFFC"/>
                </a:solidFill>
                <a:latin typeface="Arial"/>
              </a:rPr>
              <a:t>Подробные сценарии для учеников, родителей и сотрудников школы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5266944"/>
            <a:ext cx="2980944" cy="43891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85816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172F"/>
                </a:solidFill>
                <a:latin typeface="Arial"/>
              </a:rPr>
              <a:t>Редактируемая презентация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5961888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Версия 4 · август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548640"/>
            <a:ext cx="6181344" cy="576072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271016"/>
            <a:ext cx="5897880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2160" y="4910328"/>
            <a:ext cx="544068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0" y="491032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5038344"/>
            <a:ext cx="5111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Один сервис для всей школы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30952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 и награды, магазин, заказы, ученики, рассылки и управление филиалом.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ОБЩИЙ ПОРЯДОК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войти и начать работу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8288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83794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1810512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бота 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103120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по персональной ссылке от школы или откройте уже подключенного бота.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" y="27797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7889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761488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Завершите привязку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54096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подтверждает связь с детьми. Сотрудник получает роль по приглашению школы.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" y="373075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73989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71246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кнопку приложения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4005072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Откроется кабинет с разделами, разрешенными для вашей роли.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66344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956048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Убедитесь, что указаны верный ребенок, город и рабочая роль.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5394960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19933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Навигация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2578608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 компьютере разделы находятся слева.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3108960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 телефоне основные разделы расположены снизу.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528816" y="3712463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3" y="3639311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Остальные пункты открываются через «Еще».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528816" y="424281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4169663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Раздел «Помощь» пока содержит страницу «Скоро...».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468112"/>
            <a:ext cx="5394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5468112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5596128"/>
            <a:ext cx="5065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Важно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888736"/>
            <a:ext cx="5065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передавайте персональные ссылки и детские QR-коды посторонним.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МАТРИЦА ДОСТУПА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доступно каждой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Баланс, магазин, корзина, свои заказы и история AC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8308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178308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51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Дети, отдельные корзины, заказы, баланс и детские QR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78308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78308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0376" y="1947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6" y="230428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Свои ученики, начисления, QR и выдача заказов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46120"/>
            <a:ext cx="3154680" cy="114300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246120"/>
            <a:ext cx="64008" cy="1143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Ученики филиала, заказы, начисления и рассылки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324612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324612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1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1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Заказы, товары, склады, импорт, связи и сотрудники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24612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60920" y="324612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0376" y="34107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376732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Операции филиала, сотрудники, роли и настройки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0" y="470916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31920" y="470916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1376" y="48737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1376" y="5230368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Все филиалы, создание партнеров и переключение города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6071616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Сотрудники не имеют личного счета AC и не оформляют покупки.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Личный кабинет и баланс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ученик</a:t>
            </a:r>
          </a:p>
        </p:txBody>
      </p:sp>
      <p:pic>
        <p:nvPicPr>
          <p:cNvPr id="11" name="Picture 10" descr="stud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Смотрите текущий баланс в профиле.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Обновляйте баланс кнопкой рядом с суммой.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Открывайте историю начислений AC.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Проверяйте последние заказы на главной.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Доступ только после привязки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Вход ученика работает через связанную семью и персональный QR-код.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ученик получает награду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товар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магазин, используйте категории, поиск и фильтр наличия.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8833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9747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70048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в корзину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62656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количество, стоимость и остаток AC после оформления.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10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301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02736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Оформите заказ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895344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Заказ появится в статусе «Зарезервирован» и поступит сотрудникам.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53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562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535424"/>
            <a:ext cx="4727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Следите за статусом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828032"/>
            <a:ext cx="47274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«Заказы» и дождитесь получения у преподавателя или цифрового кода.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755648"/>
            <a:ext cx="5440680" cy="345643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20116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нужно помнить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492240" y="266090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7" y="2587752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Корзина относится к выбранному ребенку.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492240" y="319125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3407" y="3118104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Физический товар выдает сотрудник школы.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492240" y="372160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93407" y="3648456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Цифровой код находится внутри выполненного заказа.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492240" y="42519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3407" y="4178808"/>
            <a:ext cx="441655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 вопросам заказа обратитесь к администратору.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5413248"/>
            <a:ext cx="544068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3368" y="5541264"/>
            <a:ext cx="5111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Статусы обновляются автоматически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5833872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действий сотрудников достаточно обновить раздел заказов.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Семейный кабинет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родитель</a:t>
            </a:r>
          </a:p>
        </p:txBody>
      </p:sp>
      <p:pic>
        <p:nvPicPr>
          <p:cNvPr id="11" name="Picture 10" descr="par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Переключайтесь между связанными детьми.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Смотрите баланс и историю каждого ребенка.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Оформляйте отдельные заказы для выбранного ребенка.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Следите за заказами всей семьи.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Корзины не смешиваются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Выбор ребенка определяет баланс, корзину, историю и получателя заказа.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дать ребенку доступ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 главной странице нажмите имя нужного ребенка.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066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7157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88336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Раскройте его QR-код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80944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Каждый код привязывает только один детский профиль.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667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639312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Покажите код ребенку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931920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Ребенок сканирует его с другого устройства и открывает 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085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6177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590288"/>
            <a:ext cx="47457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882896"/>
            <a:ext cx="474573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входа ребенок видит только свои баланс, корзину и заказы.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755648"/>
            <a:ext cx="5394960" cy="20116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0299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В QR-коде есть персональная ссылка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560320"/>
            <a:ext cx="45720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687D"/>
                </a:solidFill>
                <a:latin typeface="Arial"/>
              </a:rPr>
              <a:t>Ее можно скопировать или сохранить QR-код как изображение для ребенка.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041648"/>
            <a:ext cx="5394960" cy="123444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3159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4261"/>
                </a:solidFill>
                <a:latin typeface="Arial"/>
              </a:rPr>
              <a:t>Не пересылайте код посторонним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71830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87D"/>
                </a:solidFill>
                <a:latin typeface="Arial"/>
              </a:rPr>
              <a:t>Если связь отозвана, доступ ребенка прекращается.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5468112"/>
            <a:ext cx="5394960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5468112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596128"/>
            <a:ext cx="5065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Если QR не открывается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888736"/>
            <a:ext cx="5065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Обновите страницу и убедитесь, что родительская связь еще активна.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Ученики, QR-коды и начисления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преподаватель</a:t>
            </a:r>
          </a:p>
        </p:txBody>
      </p:sp>
      <p:pic>
        <p:nvPicPr>
          <p:cNvPr id="11" name="Picture 10" descr="teach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только свои группы и учеников.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Показывает ученикам персональные QR-коды.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Выбирает учеников и начисляет AC.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Открывает историю учеников своих групп.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Массовое начисление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Отметьте учеников, выберите причину и сумму, затем подтвердите одну операцию.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выдача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37360"/>
            <a:ext cx="54406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47548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видит преподаватель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896112" y="267919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Только заказы своих учеников.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896112" y="320954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Какие товары и в каком количестве переданы.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896112" y="373989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Площадку и сведения, необходимые для выдачи.</a:t>
            </a:r>
          </a:p>
        </p:txBody>
      </p:sp>
      <p:sp>
        <p:nvSpPr>
          <p:cNvPr id="16" name="Rectangle 15"/>
          <p:cNvSpPr/>
          <p:nvPr/>
        </p:nvSpPr>
        <p:spPr>
          <a:xfrm rot="2700000">
            <a:off x="896112" y="42702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6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Кнопку подтверждения получения заказа.</a:t>
            </a:r>
          </a:p>
        </p:txBody>
      </p:sp>
      <p:sp>
        <p:nvSpPr>
          <p:cNvPr id="18" name="Rectangle 17"/>
          <p:cNvSpPr/>
          <p:nvPr/>
        </p:nvSpPr>
        <p:spPr>
          <a:xfrm rot="2700000">
            <a:off x="896112" y="4800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437083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Кнопку передачи заказа ученику.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84708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56231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28800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Получите комплект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121408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список с фактически переданными товарами.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871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880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852928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получение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145536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Заказ перейдет в статус «Учитель получил заказ».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895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904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877056"/>
            <a:ext cx="4270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ребенку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169663"/>
            <a:ext cx="427024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выдачи отметьте заказ как полученный.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5303520"/>
            <a:ext cx="534924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530352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431536"/>
            <a:ext cx="50200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подтверждайте заранее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724144"/>
            <a:ext cx="50200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Статус должен соответствовать фактическому движению товара.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Координация филиала и рассылки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куратор</a:t>
            </a:r>
          </a:p>
        </p:txBody>
      </p:sp>
      <p:pic>
        <p:nvPicPr>
          <p:cNvPr id="11" name="Picture 10" descr="curator-broad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Работает с учениками доступного филиала.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Просматривает заказы и начисления.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Фильтрует получателей по формату и площадке.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новости с текстом и изображением.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Проверка перед отправкой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выберите аудиторию, затем заполните новость и проверьте итоговый вид.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и движение товаров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администратор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Назначает склад зарезервированным заказам.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Собирает товары по общему чек-листу.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Распределяет заказы по площадкам и педагогам.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Обновляет статусы после фактических действий.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Отмена заказа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Администратор выбирает причину отмены; списанные AC возвращаются ученику.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Ежедневное управление филиалом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136392" cy="157276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57276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Ученики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Поиск, карточка, статус, дата рождения, баланс и история изменений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78224" y="1755648"/>
            <a:ext cx="3136392" cy="157276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8224" y="1755648"/>
            <a:ext cx="64008" cy="157276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6824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Товары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Создание товара, фотография, цена, коды автовыдачи и остатки по складам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1755648"/>
            <a:ext cx="3136392" cy="157276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89520" y="1755648"/>
            <a:ext cx="64008" cy="157276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195681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Склады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239572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Название, адрес или примечание, остатки и основной склад сотрудника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767328"/>
            <a:ext cx="3136392" cy="157276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767328"/>
            <a:ext cx="64008" cy="157276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Загрузка подготовленного XLSX и просмотр результата обработки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78224" y="3767328"/>
            <a:ext cx="3136392" cy="157276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78224" y="3767328"/>
            <a:ext cx="64008" cy="157276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06824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Связи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06824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Контроль привязок родителей, учеников и сотрудников к MAX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3767328"/>
            <a:ext cx="3136392" cy="157276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89520" y="3767328"/>
            <a:ext cx="64008" cy="157276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18120" y="3968496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Сотрудники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4407408"/>
            <a:ext cx="26334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Роли, отзыв доступа и персональные настройки уведомлений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5614416"/>
            <a:ext cx="5422392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83280" y="561441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84448" y="5742431"/>
            <a:ext cx="509320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Порядок действий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6035040"/>
            <a:ext cx="509320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Сначала обновите данные, затем выполняйте операции и проверяйте историю.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филиала и сотрудников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директор</a:t>
            </a:r>
          </a:p>
        </p:txBody>
      </p:sp>
      <p:pic>
        <p:nvPicPr>
          <p:cNvPr id="11" name="Picture 10" descr="director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операционную сводку своих филиалов.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заказы, товары, склады и низкие остатки.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Выдает и отзывает роли сотрудников.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Настраивает уведомления и параметры доступа учеников.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Область ответственности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работает только с назначенными ему городами, филиалами и сотрудниками.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Партнеры, города и общий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суперадминистратор</a:t>
            </a:r>
          </a:p>
        </p:txBody>
      </p:sp>
      <p:pic>
        <p:nvPicPr>
          <p:cNvPr id="11" name="Picture 10" descr="superadmin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новых партнеров и города.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 рабочий филиал в верхней панели.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Выполняет все административные операции.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изоляцию данных между партнерами.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Перед любым изменением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выбранный город: действия применяются к текущему рабочему филиалу.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ОБЩИЙ ПРОЦЕСС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Жизненный цикл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883664"/>
            <a:ext cx="2057400" cy="246888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3" y="2066543"/>
            <a:ext cx="420624" cy="420624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Зарезервирован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создан, склад еще не подтвержден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1883664"/>
            <a:ext cx="2057400" cy="246888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35224" y="2066543"/>
            <a:ext cx="420624" cy="420624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Ожидает доставки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назначен, товар собирают и везут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1883664"/>
            <a:ext cx="2057400" cy="24688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Доставлен на площадку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Комплект находится на площадке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7183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34071" y="1883664"/>
            <a:ext cx="2057400" cy="246888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98663" y="2066543"/>
            <a:ext cx="420624" cy="420624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866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Учитель получил заказ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3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принял комплект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8903" y="2770632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65792" y="1883664"/>
            <a:ext cx="2057400" cy="246888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3038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038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3401568"/>
            <a:ext cx="1719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фактически передан ученику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4828032"/>
            <a:ext cx="5303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4828032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4956048"/>
            <a:ext cx="4974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 меняют после фактического действия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" y="5248656"/>
            <a:ext cx="4974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Так родители, ученики и сотрудники видят одинаковую картину движения заказа.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72200" y="4828032"/>
            <a:ext cx="5303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4828032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73368" y="4956048"/>
            <a:ext cx="4974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Отмену оформляют сотрудники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3368" y="5248656"/>
            <a:ext cx="4974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Администратор или директор указывает причину; списанные AC возвращаются ученику.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БЫСТРАЯ 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Если что-то не получается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102352" cy="9875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54864" cy="9875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83664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открывается приложение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Вернитесь в чат с ботом и снова нажмите кнопку приложения.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1755648"/>
            <a:ext cx="5102352" cy="9875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1755648"/>
            <a:ext cx="54864" cy="9875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83664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Показана неверная роль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12848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Закройте приложение, откройте заново и обратитесь к директору или администратору.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7520"/>
            <a:ext cx="5102352" cy="9875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017520"/>
            <a:ext cx="54864" cy="9875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45536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обновился баланс или статус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74720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Нажмите кнопку обновления рядом с балансом или в нужном разделе.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017520"/>
            <a:ext cx="5102352" cy="9875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3017520"/>
            <a:ext cx="54864" cy="9875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45536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Не виден ученик или группа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выбранный город, роль и актуальность связи ученика с группой.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79392"/>
            <a:ext cx="5102352" cy="9875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279392"/>
            <a:ext cx="54864" cy="9875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407407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QR-код больше не работает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36592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Попросите родителя открыть кабинет и получить актуальный код ребенка.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4279392"/>
            <a:ext cx="5102352" cy="9875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4768" y="4279392"/>
            <a:ext cx="54864" cy="9875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407407"/>
            <a:ext cx="4590288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1172F"/>
                </a:solidFill>
                <a:latin typeface="Arial"/>
              </a:rPr>
              <a:t>Ошибка повторяется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736592"/>
            <a:ext cx="459028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Сделайте снимок экрана и укажите роль, раздел и выполненное действие.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833872"/>
            <a:ext cx="11018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Раздел «Помощь» внутри приложения пока готовится.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ЧАСТЬ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Подробное руководство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Пошаговые действия, правила и типовые ситуации для каждой роли.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Общие принципы входа, навигации и обновления данных.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Полный путь ученика и родителя от баланса до получения заказа.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Работа преподавателя с учениками, начислениями и выдачей.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Операции куратора, администратора и директора.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Управление городами и партнерами суперадминистратором.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5166360" y="4937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48646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Чек-листы и разбор частых затруднений.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ОБЩАЯ СХЕМА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Из каких частей состоит Algo MAX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Профили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Ученик, родитель и сотрудник входят через MAX и получают только разрешенные разделы.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Астрокоины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Баланс ученика, начисления, ручные корректировки и история операций.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Каталог физических и цифровых наград, отдельные корзины детей и избранное.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Резервирование, назначение склада, сборка, доставка и выдача ученику.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Ученики, товары, остатки, склады, сотрудники, связи и импорт данных.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Рассылки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Новости для выбранных групп, площадок и форматов занятий.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Единые данные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Изменение баланса, заказа или связи отображается всем ролям, которым доступна эта информация.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ТЕРМИНЫ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Основные понятия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Астрокоины ученика. Используются для покупки наград в магазине.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Партнер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Школа или город с собственными учениками, сотрудниками, товарами и складами.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Площадка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Место проведения занятий. Определяется по группам и используется при доставке.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Связь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Подтвержденное соответствие MAX-аккаунта ученику, родителю или сотруднику.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Резерв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 оформлен, но склад для списания товара еще не назначен.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Автовыдача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Цифровой код автоматически выдается после успешного оформления заказа.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Названия статусов важны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 проверке заказа ориентируйтесь на его текущий статус, а не только на дату создания.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Первый вход через MAX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Получите ссылку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Школа отправляет персональную ссылку родителя, ученика или сотрудника.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бота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по ссылке в нужном MAX-аккаунте и подтвердите подключение.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Завершите привязку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связывается с детьми, сотрудник получает назначенную роль.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кабинет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приложения в основном меню бота.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имя, ребенка, роль и выбранный город до начала работы.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Доступ не появится, если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ссылка уже была использована другим аккаунтом;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роль сотрудника отозвана;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родительская связь удалена;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срок доступа выбывшего ученика завершился.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выбирайте роль вручную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Система показывает только подтвержденные роли и связанные профили.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НАВИГАЦИЯ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Где находятся разделы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На компьютере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Основное меню расположено слева.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Активный раздел выделен фиолетовым.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Рабочий город выбирается в верхней части страницы.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Списки и фильтры рассчитаны на широкую область экрана.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На телефоне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Основные разделы находятся в нижнем меню.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Дополнительные пункты открываются кнопкой «Еще».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Горизонтальные списки можно листать пальцем.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Модальные окна закрываются крестиком в правом верхнем углу.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Возврат к главному экрану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 приложении используйте пункт «Главная», а в боте — кнопку возврата в основное меню.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ОБЩИЕ 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Профиль, город и обновление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Профиль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Показывает активную роль и имя. Сотрудникам личный баланс AC не выводится.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Баланс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 ученика и родителя обновляется кнопкой рядом с суммой 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Ребенок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 родителя выбранный ребенок определяет баланс, корзину, историю и заказы.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Город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Сотрудник выполняет операции только в выбранном и разрешенном ему городе.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Обновить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Перезагружает текущий список после действий другого сотрудника.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Закрыть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Крестик закрывает карточку без изменения данных, если сохранение не выполнялось.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Перед массовой операцией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активного ребенка, город, группу и выбранный фильтр.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Кто отвечает за каждый этап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Выбирают товар и оформляют заказ.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Следят за статусом в разделе «Заказы».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Открывают цифровой код в полученном заказе.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 отмене обращаются к администратору или директору.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Сотрудники школы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Администратор или директор назначает склад.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Ответственный сотрудник собирает и доставляет товар.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подтверждает получение комплекта.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После фактической выдачи заказ отмечается полученным.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 меняется после действия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Нельзя подтверждать доставку, получение или выдачу заранее.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Ученик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Баланс, магазин, корзина, заказы и история астрокоинов.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Проверка профиля и баланса.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Поиск и выбор награды.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Оформление заказа.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Получение физического или цифрового товара.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Просмотр истории AC.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страница ученика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Пример кабинета ученика</a:t>
            </a:r>
          </a:p>
        </p:txBody>
      </p:sp>
      <p:pic>
        <p:nvPicPr>
          <p:cNvPr id="11" name="Picture 10" descr="stud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имя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профиле должен быть выбран ваш ученик.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Посмотрите баланс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Сумма показывает доступные для покупок AC.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нужный раздел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Магазин, корзина, заказы или история AC.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показан чужой профиль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Закройте кабинет и сообщите школе. Не оформляйте заказ от чужого имени.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Баланс и история астрокоинов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Обновите баланс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обновления рядом с текущей суммой.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«История AC»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списке показаны начисления, списания и возвраты.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операцию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Смотрите дату, причину, сумму и итоговое изменение.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Сообщите о расхождении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Передайте администратору имя ученика и дату операции.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Какие операции встречаются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начисление преподавателем;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подарок ко дню рождения;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списание при покупке;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возврат после отмены заказа.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История не редактируется учеником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Корректировку выполняет сотрудник с доступом к карточке ученика.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найти товар в магазине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«Магазин»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Каталог показывает доступные награды выбранного города.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Используйте быстрые категории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Категория сразу ограничивает список товаров.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Введите название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Поиск работает по названию и описанию товара.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Настройте фильтры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Можно показать товары в наличии или только избранное.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цену, наличие, описание и способ получения.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Сортировка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сначала рекомендуемые;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сначала дешевые;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сначала дорогие;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 популярности.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Недоступный товар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товара или цифровых кодов нет, кнопка покупки будет отключена.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Физический и цифровой товар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Физическая награда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После заказа сотрудник назначает склад.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Товар собирают и доставляют на площадку.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получает комплект для выдачи.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Заказ завершается после передачи ученику.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Цифровая награда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Для товара заранее загружены уникальные коды.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Код выдается автоматически после покупки.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Он находится внутри карточки полученного заказа.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Код можно скопировать кнопкой рядом с ним.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B1F68"/>
                </a:solidFill>
                <a:latin typeface="Arial"/>
              </a:rPr>
              <a:t>Цифровой код не приходит отдельным сообщением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Откройте «Заказы» → «Получены» → нужный заказ.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Корзина и оформление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товар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нужное количество в пределах доступного остатка.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корзину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название, количество и стоимость каждой позиции.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расчет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Посмотрите баланс до покупки, сумму списания и остаток.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заказ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желтую кнопку оформления только один раз.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Убедитесь, что новый заказ появился в списке.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Перед подтверждением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 правильный профиль;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количество товара верное;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баланса AC достаточно;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товар действительно нужен.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Отмена через сотрудника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Ученик и родитель не отменяют заказ самостоятельно. Обратитесь к администратору или директору.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проверить и получить заказ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«Заказы»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вкладку с нужным статусом.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Посмотрите состав, стоимость и историю изменений.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Дождитесь выдачи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Физический товар передает преподаватель или сотрудник школы.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завершение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Полученный заказ находится в категории «Получены».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означают статусы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зарезервирован — склад не назначен;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ожидает доставки — товар собирают;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 площадке — товар уже доставлен;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у учителя — комплект принят педагогом.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История показывает фактические этапы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Дата и комментарий под статусом объясняют последнее действие сотрудника.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Родитель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Управление профилями детей, отдельными корзинами, заказами и доступом ребенка.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Переключение между детьми.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Проверка баланса и истории каждого ребенка.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Покупки от имени выбранного ребенка.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QR-код и ссылка для детского входа.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Контроль заказов семьи.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страница родителя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Пример семейного кабинета</a:t>
            </a:r>
          </a:p>
        </p:txBody>
      </p:sp>
      <p:pic>
        <p:nvPicPr>
          <p:cNvPr id="11" name="Picture 10" descr="par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Имя активного ребенка выделяется в переключателе.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Баланс и последние заказы относятся к выбранному ребенку.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Перейдите к действию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магазин, корзину, заказы или историю AC.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Каждый ребенок — отдельный профиль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Корзина, баланс и заказы не объединяются между детьми.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Переключение детей и отдельные корзины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меняется при выборе ребенка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имя получателя заказа;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доступный баланс AC;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содержимое корзины;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история начислений и заказов.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проверить перед покупкой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выделено нужное имя;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баланс относится к этому ребенку;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 корзине нет старых лишних позиций;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стоимость заказа рассчитана верно.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Количество в корзине видно у имени ребенка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Это помогает не смешивать незавершенные покупки нескольких детей.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 и ссылка для входа ребенка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блок QR-кодов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кабинете показаны только связанные с родителем дети.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нужного ребенка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имя и группу над QR-кодом.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доступ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Покажите QR с другого устройства или скопируйте ссылку.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Ребенок открывает MAX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Связь создается только для выбранного детского профиля.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детском кабинете должны быть его имя, баланс и заказы.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Доступ прекращается, если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родитель заблокировал бота;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связь удалена сотрудником;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срок доступа после выбытия закончился;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профиль ребенка архивирован.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открывайте детскую ссылку в аккаунте родителя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Ссылку должен использовать MAX-аккаунт ребенка.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заказов семьи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Все заказы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Список показывает заказы выбранного ребенка и их текущие статусы.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Найдите заказ по номеру, имени ребенка или товару.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Карточка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Откройте состав, стоимость, склад и историю статусов.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Полученные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Завершенные заказы и цифровые коды находятся в этой категории.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Отмененные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 карточке отображается причина отмены и возврат AC.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Вопрос по заказу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Сообщите администратору номер заказа и имя ребенка.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Родитель не меняет рабочие статусы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Назначение склада, доставка, отмена и выдача выполняются сотрудниками школы.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Свои ученики, QR-коды, начисления и получение заказов для выдачи.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Работа только со своими группами.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Выбор учеников для начисления AC.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Просмотр карточки и истории ученика.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Показ детских QR-кодов.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Получение и выдача заказов.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страница преподавателя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Пример рабочего кабинета</a:t>
            </a:r>
          </a:p>
        </p:txBody>
      </p:sp>
      <p:pic>
        <p:nvPicPr>
          <p:cNvPr id="11" name="Picture 10" descr="teach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Указана роль преподавателя и нужный город.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учеников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Список ограничен назначенными преподавателю группами.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задачу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Начисление AC, QR-коды или заказы учеников.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Нет счета 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Сотрудник не покупает товары; баланс существует только у детей.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начислить астрокоины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«Начисления»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группу и при необходимости найдите ученика по имени.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Отметьте учеников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Поставьте флажки только тем, кому предназначено начисление.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Стандартная причина автоматически подставляет разрешенную сумму.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сумму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нестандартной ситуации используйте ручную причину и сумму.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количество выбранных учеников перед одной общей операцией.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После начисления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баланс учеников увеличивается;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операция появляется в истории;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 отчете видны педагог и группа;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ошибку исправляет администратор.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повторяйте нажатие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Дождитесь сообщения об успешном начислении и обновления списка.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ученика и детский QR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Группа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Фильтр показывает только группы, доступные текущему преподавателю.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Карточка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Содержит статус, баланс, группу и доступную историю ученика.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История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Показывает изменения состояния и операции AC в разрешенном объеме.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QR-код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Преподаватель может показать код ребенку из своей группы.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Нет родителя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Ребенок увидит инструкцию открыть письмо и подключить родителя.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Поиск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Используйте фамилию, имя или группу для быстрого перехода.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Доступ ограничен группами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не должен видеть учеников других педагогов и филиалов.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выдача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«Заказы»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Список содержит заказы учеников доступных групп.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комплект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товар, количество и ученика до подтверждения.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получение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«Учитель получил заказ» после фактической передачи.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ученику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Выдайте товар указанному ребенку.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Завершите заказ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Отметьте заказ полученным только после реальной выдачи.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выжимке видно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какие товары приехали;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количество каждой позиции;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для каких учеников заказы;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 какой площадке выдача.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отменяйте заказ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Отмена доступна администратору и директору.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Куратор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Контроль учеников, заказов и коммуникаций в разрешенной области филиала.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41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Просмотр доступных учеников и групп.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Контроль заказов и начислений.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Фильтры отчета AC.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Подготовка рассылок.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Работа только в назначенном городе.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Подготовка рассылки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Раздел рассылок</a:t>
            </a:r>
          </a:p>
        </p:txBody>
      </p:sp>
      <p:pic>
        <p:nvPicPr>
          <p:cNvPr id="11" name="Picture 10" descr="curator-broad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аудиторию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Группы, площадки, формат занятий или другой доступный фильтр.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новость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понятный текст и при необходимости добавьте изображение.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получателей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Предварительный расчет показывает размер аудитории.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Отправьте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подтверждения просмотрите результат доставки.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отправляйте без предварительного просмотра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текст, изображение, город и выбранные группы.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начислений и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задайте период;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выберите преподавателя;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выберите группу;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проверьте ученика, причину и сумму.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используйте категории по статусам;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найдите заказ по номеру или ученику;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откройте историю статусов;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передайте проблему администратору.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Куратор не управляет доступами сотрудников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Выдачу и отзыв ролей выполняют директор, администратор в разрешенных пределах или суперадминистратор.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РОЛЬ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Операционная работа с заказами, товарами, складами, учениками и импортом.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Назначение склада и комплектация заказов.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Доставка на площадку и передача преподавателю.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Товары, цифровые коды и остатки.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Карточки учеников и корректировки AC.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Импорт и контроль связей.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Раздел заказов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Статусы и выдача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категорию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Счетчик показывает количество заказов на каждом этапе.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Используйте поиск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Номер, ученик или товар помогают найти нужную карточку.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состав, склад, историю и доступное действие.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Рабочие этапы разделены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Назначение склада, сборка и распределение выполняются в отдельных режимах.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Три этапа комплектации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257800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1. Назначить склад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Для зарезервированных заказов выберите склад списания по каждой позиции.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8776" y="1755648"/>
            <a:ext cx="5257800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8776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920240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2. Собрать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31720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Общий чек-лист объединяет одинаковые товары и группирует их по складам.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19856"/>
            <a:ext cx="5257800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584448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3. Распределить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995928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Полностью собранные заказы распределяются по площадкам и преподавателям.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8776" y="3419856"/>
            <a:ext cx="5257800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8776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584448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Обновить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995928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Переход на следующий этап происходит после сохранения и обновления данных.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Флажок сборки — промежуточная отметка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Он помогает комплектовать заказ, но сам по себе не меняет статус до подтверждения действия.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Назначение склада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режим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в «Заказы» → «Назначить склад».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товары, количество и доступные остатки.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склады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Основной склад сотрудника подставляется заранее, но его можно изменить.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Система резервирует остаток и переводит заказ к сборке.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Перед подтверждением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остатка достаточно;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 правильный склад;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цифровой товар не требует склада;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 заказе нет ошибочной позиции.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Нет остатка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Измените склад, пополните остаток или отмените заказ с корректной причиной.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Общий чек-лист сборки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«Собрать»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списке только заказы с уже назначенными складами.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Идите по складам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Одинаковые товары объединены в одну строку с общим количеством.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Отмечайте позиции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Флажок фиксирует, что нужное количество физически собрано.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Счетчик должен совпасть с фактическим комплектом.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 этап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подтверждения заказы становятся доступными для распределения.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строке товара видно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название товара;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необходимое количество;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склад, откуда забрать;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прогресс комплектации.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отмечайте отсутствующий товар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Чек-лист должен соответствовать реально собранным позициям.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Распределение и доставка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«Распределить»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Здесь находятся полностью собранные заказы.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Раскройте площадку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Внутри заказы сгруппированы по преподавателям.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маршрут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площадку, педагога, учеников и состав.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Отметьте доставленные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фактически привезенные заказы.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доставку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Статус изменится на «Доставлен на площадку».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После доставки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заказ исчезает из сборки;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преподаватель видит комплект;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ученик видит новый статус;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история сохраняет дату действия.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Обновляйте список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Кнопка обновления подгружает действия других сотрудников и убирает завершенные этапы.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Отмена заказа и возврат 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номер, ученика, состав и текущий статус.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отмену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Команда находится в меню дополнительных действий.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Укажите причину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стандартный вариант или заполните свою причину.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Заказ отменяется, а списанные AC возвращаются ученику.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Причина видна в заказе, возврат — в истории AC.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Причина «Товар закончился»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используйте только при реальном отсутствии;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проверьте остатки всех складов;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при необходимости обнулите неверный остаток;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сообщите ответственному за закупку.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Право отмены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отменяют администратор или директор независимо от этапа.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Товары, остатки и цифровые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Создание товара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Название, категория, цена, описание, статус и фотография заполняются одной формой.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Формируется автоматически и не требует ручного ввода.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Остатки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Для физического товара задаются прямо в карточке по выбранным складам.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Вместо складов добавляется список уникальных кодов автовыдачи.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Коды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Выданный код становится неактивным, но остается в истории товара.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Массовый импорт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Товары загружаются по подготовленному XLSX-шаблону.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Перед публикацией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Проверьте изображение, цену, категорию, описание и фактическое наличие.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Склады и остатки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Карточка склада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понятное название;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адрес или примечание;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активный статус;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остатки товаров, хранящихся на складе.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Основной склад сотрудника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назначается один раз;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подставляется при комплектации;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может быть изменен перед подтверждением;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можно переназначить в настройках сотрудника.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Остатки редактируются в товаре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Отдельная вкладка остатков не требуется: склады и количества собраны в карточке товара.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Основные данные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ФИО, ID ученика, группа, преподаватель, дата рождения и родитель.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Статус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Обучается, выбыл или архив. Изменение сохраняется в истории.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Баланс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Администратор может установить корректное количество AC с указанием причины.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История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Дата импорта, обновления, выбытия, статусы и административные действия.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Связи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Показывает привязанные MAX-аккаунты родителя и ребенка.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Доступ после выбытия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Срок и период заморозки задаются настройками города.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Изменения должны быть объяснимыми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 ручной корректировке статуса или баланса указывайте понятную причину.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Импорт учеников, групп и преподавателей из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листы «Инструкция» и «Шаблон» либо поддерживаемый лист «Сделки».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060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151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877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город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88036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каждой строке укажите существующий город, доступный директору.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564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46557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38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файл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30752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Предпросмотр покажет строки, группы, преподавателей и распределение по городам.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682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1596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2885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Запустите 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81144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Система создаст или обновит учеников в соответствующих филиалах.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5721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6636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1389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Исправьте ошибки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431536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Неизвестный город или отсутствие прав останавливает импорт до записи данных.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До загрузки проверьте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ID учеников;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полные фамилии и имена;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названия и ID групп;</a:t>
            </a:r>
          </a:p>
        </p:txBody>
      </p:sp>
      <p:sp>
        <p:nvSpPr>
          <p:cNvPr id="36" name="Rectangle 35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город, преподавателей и родительские связи.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Импорт распределяет данные автоматически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Все города должны быть заранее созданы; лишние листы и столбцы система игнорирует.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РОЛИ 6–7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Директор и суперадминистратор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Управление сотрудниками, городами, партнерами и общими настройками.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Контроль операционной работы филиала.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Выдача и отзыв ролей сотрудников.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Настройка уведомлений.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Управление несколькими городами директора.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Создание партнеров суперадминистратором.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Управление сотрудниками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Сотрудники и роли</a:t>
            </a:r>
          </a:p>
        </p:txBody>
      </p:sp>
      <p:pic>
        <p:nvPicPr>
          <p:cNvPr id="11" name="Picture 10" descr="director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Создайте приглашение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«Пригласить сотрудника» и выберите разрешенную роль.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Отправьте ссылку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Ссылка действует семь дней и срабатывает только один раз.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привязку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перехода сотрудник сразу появится в активном списке.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Управляйте доступом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Настройте уведомления либо отзовите роль при необходимости.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Директор работает со своими сотрудниками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приглашает администратора, куратора или преподавателя только в выбранный город.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Роли сотрудников и уведомления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можно назначать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администраторов филиала;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кураторов;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преподавателей;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основной склад сотрудника.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Какие уведомления настраиваются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новые и отмененные заказы;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низкие остатки и цифровые коды;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доставка и передача заказов;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результаты рассылок.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Отзыв роли прекращает рабочий доступ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отзыва сотрудник больше не должен видеть административные разделы города.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Контроль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Проверяйте очередь назначения склада, сборку, доставку и выдачу.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Остатки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Контролируйте наличие физических товаров и запас цифровых кодов.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Фильтруйте отчет по периоду, преподавателю и группе.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Следите за статусами, балансом, связями и датами обновления.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Сотрудники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Проверяйте активные роли и персональные уведомления.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Рассылки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Контролируйте аудиторию, содержание и результат доставки.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Несколько городов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Перед операцией директор выбирает нужный город из списка назначенных ему партнеров.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Партнеры и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59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Общее управление</a:t>
            </a:r>
          </a:p>
        </p:txBody>
      </p:sp>
      <p:pic>
        <p:nvPicPr>
          <p:cNvPr id="11" name="Picture 10" descr="superadmin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город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Текущий рабочий город показан в верхнем переключателе.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Ученики, товары и сотрудники должны относиться к выбранному партнеру.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Создайте партнера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Заполните название, технический идентификатор и основные настройки.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Назначьте директора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Свяжите директора с одним или несколькими разрешенными городами.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Изоляция партнеров обязательна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и сотрудники не должны видеть чужие города, группы, заказы или товары.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настраивается на уровне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Данные и доступ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директора и сотрудники;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ученики, группы и связи;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срок доступа после выбытия;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летний период заморозки срока.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Операционные настройки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причины и суммы начислений;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товары, склады и остатки;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площадки и правила рассылок;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получатели служебных уведомлений.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Проверяйте выбранный город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Создание и изменение данных всегда применяется к текущему рабочему партнеру.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ЧАСТЬ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53312"/>
            <a:ext cx="3456432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Практические действия по кнопкам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017520"/>
            <a:ext cx="3127248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Точные маршруты для ежедневной работы: куда перейти, что нажать, какой результат ждать и как исправить ошибку.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44768"/>
            <a:ext cx="6583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36592" y="566928"/>
            <a:ext cx="6931152" cy="574243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38928" y="1005840"/>
            <a:ext cx="4114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В этом разделе</a:t>
            </a:r>
          </a:p>
        </p:txBody>
      </p:sp>
      <p:sp>
        <p:nvSpPr>
          <p:cNvPr id="9" name="Rectangle 8"/>
          <p:cNvSpPr/>
          <p:nvPr/>
        </p:nvSpPr>
        <p:spPr>
          <a:xfrm rot="2700000">
            <a:off x="5166360" y="17373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7528" y="166420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Навигация на компьютере и телефоне.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5166360" y="237744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67528" y="230428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Покупка, корзина, заказы и QR-коды.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5166360" y="301752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294436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Начисления, выдача и рассылки.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5166360" y="36576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58444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Склады, комплектация, товары и импорт.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5166360" y="429768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8" y="4224528"/>
            <a:ext cx="56967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1172F"/>
                </a:solidFill>
                <a:latin typeface="Arial"/>
              </a:rPr>
              <a:t>Сотрудники, связи, города и проверка результата.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ВСЕ РОЛИ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переходить между разделами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Приложение -&gt; основное меню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 компьютере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левое меню. Нажмите название раздела: «Главная», «Магазин», «Заказы» или другой доступный пункт.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 телефоне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Основные разделы находятся в нижней панели. Нажмите «Еще», чтобы открыть остальные пункты своей роли.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Вернуться назад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Закройте карточку крестиком или нажмите кнопку «Назад», если она показана в форме.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Обновить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с круговыми стрелками рядом с балансом или в рабочей панели раздела.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Все роли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Открывается выбранный раздел без повторного входа. Активный пункт меню выделяется цветом.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раздел не появился, проверьте активную роль и город, затем обновите данные. Недоступные роли не показывают лишние пункты.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ВСЕ РОЛИ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войти из бота MAX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Чат с Алгоботом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главное меню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«Главное меню». Эта кнопка возвращает к основным действиям из любого сценария бота.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приложение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запуска приложения в чате или в шапке бота MAX.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верхней части приложения убедитесь, что открыты нужный ребенок, роль сотрудника и город.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Не дублируйте операции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Покупки, начисления, заказы и управление выполняются в приложении, а не текстовыми командами в чате.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Все роли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Приложение открывается с правами, уже подтвержденными в боте MAX.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вход не завершен, вернитесь в бот и повторно откройте персональную ссылку от школы. Не пересылайте одноразовое приглашение другому человеку.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найти товар в магазине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64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Введите запрос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поле «Найти товар» и введите часть названия. Крестик в поле очищает запрос.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категорию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подходящую быструю категорию. Кнопка «Все» возвращает полный каталог.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Настройте выдачу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сортировку: «Сначала популярные», «Сначала дешевле», «Сначала дороже» или «Сначала новые».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Сузьте список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При необходимости включите «В наличии» или нажмите «Избранное». На телефоне дополнительные параметры открываются кнопкой «Фильтры».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Ниже остаются только товары, подходящие под выбранные условия.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список пуст, очистите поиск, нажмите «Все» и отключите «В наличии» или «Избранное».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добавить товар и оформить заказ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65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Магазин -&gt; Корзина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товар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карточке награды нажмите «В корзину». Для нескольких единиц измените количество в корзине.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корзину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плавающую кнопку «Открыть корзину» или пункт «Корзина» в меню.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получателя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Родитель сначала выбирает ребенка. Корзины детей разделены, баланс и заказ относятся к выбранному ребенку.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товары, количество, сумму списания и остаток на счете после покупки.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«Оформить заказ», затем «Подтвердить заказ».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AC списываются, физический заказ появляется как «Зарезервирован», а цифровой код выдается автоматически.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подтверждения удалите лишнюю позицию или измените количество. После оформления отмену выполняют администратор или директор.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следить за заказом и открыть цифровой 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66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«Зарезервированы», «Ожидают доставки», «На площадке», «У учителя», «Получены» или «Отменены».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«Подробнее» у нужного заказа.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историю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Читайте этапы сверху вниз: дата, состояние и фактическое действие сотрудника.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Скопируйте цифровой код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цифровой награды откройте «Получены», затем карточку заказа и нажмите кнопку копирования рядом с кодом.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Пользователь видит текущее состояние, состав заказа и всю историю его движения.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заказ не найден, нажмите «Все», очистите поиск и обновите список круговой стрелкой.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переключаться между детьми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67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Верхняя панель профиля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ребенка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имя нужного ребенка в переключателе под профилем родителя.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баланс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Убедитесь, что рядом показан баланс именно выбранного ребенка.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раздел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в магазин, корзину, заказы или историю AC. Все данные будут относиться к выбранному ребенку.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Смените ребенка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Вернитесь к переключателю и нажмите другое имя. Незавершенная корзина первого ребенка сохранится отдельно.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Баланс, корзина, история и заказы переключаются вместе с профилем ребенка.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Перед оформлением всегда повторно проверьте имя получателя в корзине. Если ребенка нет в списке, школе нужно проверить родительскую связь.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дать ребенку доступ по QR-коду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68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 ребенка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строку с именем, если QR-код свернут.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Покажите код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Ребенок открывает камеру или сканер MAX и считывает QR-код со второго устройства.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Увеличьте изображение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на QR-код или «Увеличить», чтобы открыть яркий полноэкранный вариант.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другим способом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«Сохранить картинку» либо «Скопировать ссылку» и отправьте ее ребенку лично.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MAX-аккаунт ребенка связывается только с выбранным учеником и получает доступ к его кабинету.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открывайте детскую ссылку в родительском MAX-аккаунте. При ошибочной связи обратитесь к администратору для отзыва и повторной привязки.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найти своего ученика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69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Главная или История учеников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список групп и нажмите нужную. Преподаватель видит только назначенные ему группы.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Найдите ученика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имя или фамилию в строку поиска.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строку ученика или стрелку справа.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группу, баланс, состояние и историю действий, доступную вашей роли.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Открывается карточка конкретного ученика без данных чужих преподавателей и групп.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ученик не найден, сбросьте поиск и проверьте группу. Для изменения назначения обратитесь к администратору.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ПРЕПОДАВАТЕЛЬ, КУРАТОР, 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начислить AC выбранным ученикам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70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Отфильтруйте список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группу и при необходимости введите имя или фамилию ученика.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Поставьте отметки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чекбоксы рядом с нужными учениками. «Выбрать всех» отмечает видимый список, «Снять выбор» очищает его.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правило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связанную пару «Причина и сумма». Для нестандартного случая заполните «Своя причина» и «Своя сумма».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Начислите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количество отмеченных учеников и нажмите «Начислить выбранным».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сообщения об успехе обновите список и сверьте новые балансы.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Преподаватель, куратор, администратор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Каждому выбранному ученику создается отдельная операция с преподавателем, причиной, суммой и временем.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начисление ошибочно, сразу нажмите «Отменить» в сообщении о последней операции. Позже корректировку делает администратор через карточку ученика.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принять и выдать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свои заказы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Перейдите в «Заказы». Преподаватель видит только заказы своих учеников.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получение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передачи комплекта преподавателю откройте заказ и нажмите «Учитель получил».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состав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имя ученика, товары и количество до выдачи.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Передайте ребенку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выдачи нажмите «Передать ученику» и подтвердите действие.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переходит сначала в «У учителя», затем в «Получены» у семьи и «Переданы ученикам» у сотрудников.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меняйте состояние заранее. Отменить ошибочный или проблемный заказ может только администратор либо директор.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КУРАТОР, АДМИНИСТРАТОР,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выбрать получателей новости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Рассылки -&gt; 1 Получатели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тип получателей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«Родители и ученики», «Только родители» или «Только ученики».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Задайте формат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Отметьте «Очные», «Онлайн», «Индивидуальные» либо оставьте «Все форматы».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Уточните площадки и группы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площадки, отдельные группы и при необходимости фильтр аудитории.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выбор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«Далее». На шаге проверки система покажет рассчитанное количество получателей.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Куратор, администратор,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Формируется аудитория только из пользователей текущего города, подходящих под все выбранные условия.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получателей слишком мало или много, нажмите «Назад», снимите лишние условия и повторите «Проверить аудиторию».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КУРАТОР, АДМИНИСТРАТОР,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подготовить и отправить новость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Рассылки -&gt; 2 Новость -&gt; 3 Проверка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новость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заголовок и текст. Кнопка «Добавить эмодзи» открывает набор допустимых символов.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изображение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 фото» и выберите JPEG, PNG или WebP.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вид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Справа отображается макет сообщения. Нажмите «Далее», затем «Проверить аудиторию».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 или отправьте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«Сохранить» оставляет черновик. «Отправить новость» открывает финальное подтверждение.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количество получателей и нажмите «Отправить».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Куратор, администратор,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Новость уходит через MAX, а в истории сохраняются успешные, пропущенные и неудачные доставки.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отправки текст не редактируется. Для исправления создайте новую рассылку через действие «Повторить».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настроить площадку для рассылок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74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Рассылки -&gt; Получатели -&gt; Площадки -&gt; Добавить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«Добавить»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Откроется редактор новой площадки.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Введите название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понятное название, например адрес или название филиала.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Задайте слова отбора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поле «Слова в названии группы» перечислите варианты через запятую.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группы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Отметьте группы вручную, если автоматического совпадения недостаточно.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«Сохранить площадку».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Площадка появляется среди фильтров и автоматически объединяет подходящие группы.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Откройте площадку повторно, измените ключевые слова или ручные группы и снова нажмите «Сохранить площадку».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назначить склад заказам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75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 -&gt; Назначить склад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очередь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вкладку «Назначить склад». Здесь находятся только зарезервированные физические заказы.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стрелку или «Подробнее», проверьте товар и доступные остатки.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строке каждого товара выберите склад списания. Основной склад сотрудника подставляется заранее, но его можно изменить.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«Подтвердить склады». Для массовой операции отметьте заказы чекбоксами и используйте общую кнопку.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получает состояние «Ожидает доставки», а товар резервируется на выбранном складе.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подтверждения смените склад в списке. После подтверждения используйте карточку заказа и административное действие, не правьте остаток вручную.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собрать товары по складам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76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 -&gt; Собрать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склад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блок нужного склада. Одинаковые товары объединены, рядом указано общее количество.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Возьмите товар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Физически соберите указанное количество и только после этого поставьте чекбокс.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Продолжите список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Отметки служат чек-листом и не меняют состояние заказа сразу.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Обновите этап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завершения нажмите рабочую кнопку обновления списка, чтобы зафиксировать готовность и увидеть следующий набор.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Сотрудник видит краткий список без повторов и понимает, сколько единиц забрать с каждого склада.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Снимите чекбокс до обновления, если товар отмечен ошибочно. Не подтверждайте сборку при фактической нехватке товара.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распределить собранные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77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 -&gt; Распределить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площадку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строку площадки, затем имя преподавателя. Показаны только полностью собранные заказы.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маршрут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ученика, преподавателя, товары и склад, с которого они были взяты.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Отметьте доставленные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фактической доставки поставьте чекбоксы напротив заказов.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доставку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«Подтвердить доставку» и подтвердите количество заказов.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Заказы переходят в состояние «На площадке» и исчезают из списка распределения.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подтверждения снимите ошибочную отметку. Если площадка или преподаватель неверны, исправьте данные ученика до следующей операции.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отменить заказ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78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Заказы -&gt; Подробнее -&gt; Другие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«Подробнее», затем меню с тремя точками «Другие действия».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«Отменить заказ»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Откроется форма причины отмены.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Укажите причину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готовый вариант или заполните собственную причину.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остатки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Причину «Товар закончился» используйте только после проверки всех складов.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Подтвердите отмену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«Отменить заказ» в форме.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получает состояние «Отменен», AC возвращаются ученику, причина сохраняется и отправляется семье.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Отмену нельзя откатить кнопкой. При ошибке создайте корректирующую операцию через администратора и зафиксируйте причину.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создать физический товар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79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Товары и остатки -&gt; Добавить товар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фото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 фото», выберите изображение и при необходимости используйте «Кадрировать».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карточку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статус, название, категорию, цену AC и краткое описание.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выдачу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поле «Способ выдачи» оставьте «Со склада».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Задайте наличие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блоке «Склады и остатки» отметьте склады и введите фактическое количество для каждого.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«Сохранить товар».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Активный товар появляется в магазине, а наличие рассчитывается по выбранным складам.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товар не готов к продаже, выберите статус «Скрыт». Откройте «Редактировать», исправьте карточку и сохраните повторно.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создать цифровой товар с кодами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80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Товары и остатки -&gt; Добавить товар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карточку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Добавьте фото, название, категорию, цену и понятную инструкцию по использованию.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тип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поле «Способ выдачи» установите «Цифровой товар».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коды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Вставьте уникальные значения в «Коды для автовыдачи»: один код в каждой строке.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 товар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«Сохранить товар» и проверьте число доступных кодов.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Пополняйте запас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«Редактировать», добавьте только новые коды и снова сохраните.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 покупке свободный код автоматически закрепляется за заказом, становится неактивным и остается в истории.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повторяйте уже загруженный код. Если код ошибочный, отключите его до продажи через редактирование товара.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редактировать, скрыть или импортировать товары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Товары и остатки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Найдите товар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поиск «Название или категория», фильтры статуса и категории.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Измените карточку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«Редактировать», внесите изменения и нажмите «Сохранить товар».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Скройте с витрины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с перечеркнутым глазом «Скрыть товар». Повторное нажатие публикует товар.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Загрузите список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Раскройте «Массовый импорт», скачайте шаблон XLSX, выберите заполненный файл и нажмите «Импортировать».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Каталог обновляется без ручного SKU: идентификатор товара формируется системой автоматически.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импорт сообщает об ошибках, исправьте отмеченные строки в файле и повторите загрузку; уже созданные товары не удаляйте вслепую.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добавить склад и выбрать основной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Склады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Создайте склад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 склад».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данные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название и адрес или примечание. Технический код и тип склада не требуются.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основную кнопку сохранения и убедитесь, что склад появился в списке.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Назначьте основной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настройках сотрудника выберите склад, который должен заранее подставляться при комплектации, и сохраните.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становится доступен в карточках товаров и при назначении заказов.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Измените название или примечание через «Редактировать». Перед отключением склада проверьте активные остатки и резервы.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создать ученика вручную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История учеников -&gt; Добавить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форму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ученика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ФИО, идентификатор, город, группу, преподавателя, дату рождения и начальный статус.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родителя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Заполните данные родителя и создайте связь «родитель - ученик». MAX-аккаунт можно не указывать.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связи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Убедитесь, что выбран правильный город и существующая группа.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 ученика».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Создается ученик со всеми учебными и семейными связями; вход через MAX можно оформить позже.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допущена ошибка, найдите ученика в списке, откройте карточку и отредактируйте конкретное поле.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ПРЕПОДАВАТЕЛЬ, КУРАТОР, АДМИНИСТРАТОР,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открыть историю и изменить данные ученика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84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Найдите ученика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ФИО, группу, ID или преподавателя и при необходимости выберите группу в фильтре.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строку ученика или стрелку справа.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историю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Просмотрите дату импорта, обновления, изменения состояния, выбытия и административные действия.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Измените состояние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Администратор или директор выбирает новое состояние и сохраняет причину изменения.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Скорректируйте баланс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итоговое количество AC и понятную причину, затем подтвердите изменение.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Преподаватель, куратор, администратор,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Новые данные применяются к ученику, а изменение фиксируется в его истории.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и куратор видят только разрешенные карточки и не должны менять административные поля без соответствующего права.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загрузить учеников из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85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Импорт CRM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Скачайте шаблон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«Скачать шаблон» и заполните только предусмотренные колонки.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состав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«Активные ученики» или «Выбывшие ученики» в зависимости от выгрузки.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Загрузите файл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XLSX и нажмите «Проверить файл». На этом этапе данные еще не записываются.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предпросмотр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строки, города, группы, преподавателей и распределение по филиалам.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Запустите импорт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«Импортировать N строк» только после успешной проверки.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Существующие ученики обновляются по идентификатору, новые создаются в указанном городе; лишние листы и колонки игнорируются.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При неизвестном городе или ошибке прав импорт останавливается до записи. Исправьте файл или создайте город и повторите проверку.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КУРАТОР, АДМИНИСТРАТОР,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проверить отчет по начислениям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86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Отчет AC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период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«Сегодня», «7 дней» или «Месяц», либо укажите даты вручную.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Задайте фильтры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преподавателя и группу в любой комбинации.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Покажите отчет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«Показать».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операцию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строку начисления, чтобы увидеть ученика, группу, причину, сумму и автора.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Очистите условия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«Сбросить», чтобы вернуться к исходному отчету.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Куратор, администратор, директор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Сводные показатели и список операций пересчитываются под выбранные даты, преподавателя и группу.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данных нет, расширьте период, установите «Все преподаватели» и «Все группы», затем нажмите «Показать».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настроить причины и суммы начислений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87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Начисления -&gt; Настроить причины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правила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«Настроить причины».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Добавьте правило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«Добавить причину», введите понятное название и связанную сумму AC.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Измените существующее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Исправьте название, сумму или состояние правила в его строке.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Сохраните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«Сохранить».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Новая пара причины и суммы появляется у сотрудников текущего города в форме начисления.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создавайте одинаковые причины с разными формулировками. Для разового случая используйте «Своя причина» и «Своя сумма».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АДМИНИСТРАТОР, ДИРЕКТОР, 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пригласить сотрудника по уникальной ссылке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88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Сотрудники -&gt; Пригласить сотрудника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Нажмите приглашение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«Пригласить сотрудника».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Укажите разрешенную роль: преподаватель, куратор, администратор или директор в зависимости от ваших прав.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Создайте ссылку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выбранный город и сформируйте одноразовое приглашение.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Скопируйте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«Скопировать ссылку» и отправьте ее сотруднику лично.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перехода сотрудник должен появиться в списке «Активные».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Администратор, директор, суперадминистратор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MAX-аккаунт человека сразу получает выбранную роль в конкретном городе.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Ссылка действует ограниченное время и один раз. Если ее открыл не тот человек, отзовите роль и создайте новое приглашение.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 И 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отозвать роль и настроить уведомления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89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Сотрудники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Найдите сотрудника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поиск по имени, MAX ID или роли и фильтры «Активные», «Отозванные», «Все».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Настройте сообщения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«Уведомления», отметьте нужные типы и сохраните.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действия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кнопку с тремя точками в строке сотрудника.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Отзовите роль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«Отозвать роль» и подтвердите. Для возврата откройте «Отозванные» и нажмите «Восстановить роль».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Директор и суперадминистратор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Отозванный сотрудник теряет рабочие разделы этого города, а восстановленный снова получает прежний доступ.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управляет только сотрудниками своих филиалов. Не отзывайте последнюю управляющую роль без согласованной замены.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отозвать или восстановить связь MAX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90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Управление -&gt; Связи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Найдите связь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имя, MAX ID или идентификатор ученика.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Проверьте 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Сверьте роль, ученика, родителя и состояние связи.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действия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меню с тремя точками.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Измените состояние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Выберите «Отозвать связь» либо «Восстановить связь» и подтвердите.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Администратор и директор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Отзыв закрывает соответствующий вход; после полного отзыва аккаунт можно связать заново с другой ролью.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Перед отзывом убедитесь, что выбрана нужная запись: у одного MAX-аккаунта могут быть разные связи и рабочие роли.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 И 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переключить рабочий город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Верхняя панель -&gt; Город / партнер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список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текущий город в правой части верхней панели.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723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81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4096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Выберите город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6703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нужный филиал из списка назначенных вам городов.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770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862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876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Дождитесь обновления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5137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название города в профиле и дождитесь загрузки раздела.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817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908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63440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56048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До изменения товаров, учеников или сотрудников убедитесь, что списки относятся к выбранному городу.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Директор и суперадминистратор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Все рабочие разделы переключаются на выбранный город без смешивания данных филиалов.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нужного города нет, суперадминистратор должен назначить директору доступ. Не создавайте дубликат города ради обхода списка.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создать новый город или партнера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Город / партнер -&gt; Новый партнер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переключатель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текущий город, затем «Новый партнер».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Заполните карточку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официальное название и уникальный технический идентификатор латиницей.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Создайте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«Создать» и дождитесь появления города в списке.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Назначьте директора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Создайте приглашение директора или свяжите существующего директора с новым городом.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Подготовьте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Только после этого импортируйте учеников и создавайте товары, склады и сотрудников.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Новый город получает отдельный набор данных и становится доступен назначенным управляющим ролям.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Если идентификатор занят, выберите другой до создания. Не переименовывайте технический идентификатор после начала импорта без миграции данных.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ВСЕ СОТРУДНИКИ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делать после любого рабочего действия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6419088" cy="43891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92224"/>
            <a:ext cx="4754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37360"/>
            <a:ext cx="5440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Любой рабочий раздел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677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768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9424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Дождитесь сообщения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542032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Не закрывайте форму, пока приложение не покажет успех или понятную ошибку.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6872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7787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050438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Обновите список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343046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Нажмите круговую стрелку в текущем разделе.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6974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7888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51452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Найдите запись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144060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новый статус, баланс, остаток или сотрудника в списке.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70755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67989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652467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историю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4945075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важной операции откройте карточку заказа, ученика или товара и проверьте сохраненную запись.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71769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8091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5453481"/>
            <a:ext cx="5824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Зафиксируйте проблему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" y="5746089"/>
            <a:ext cx="582472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При повторной ошибке сохраните снимок экрана, роль, город, время и номер заказа или ученика.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64208"/>
            <a:ext cx="4407408" cy="455371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20240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87D"/>
                </a:solidFill>
                <a:latin typeface="Arial"/>
              </a:rPr>
              <a:t>Кому доступно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240280"/>
            <a:ext cx="3794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Все сотрудники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61504" y="2962656"/>
            <a:ext cx="39319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1504" y="296265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62672" y="3090672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произойдет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38328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Сотрудник подтверждает не только нажатие кнопки, но и фактическое сохранение результата.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61504" y="4242816"/>
            <a:ext cx="39319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61504" y="424281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62672" y="4370831"/>
            <a:ext cx="36027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Если ошиблись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4663440"/>
            <a:ext cx="3602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Не повторяйте финансовое или складское действие несколько раз подряд. Сначала обновите данные и проверьте историю.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555955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После сохранения обновите список и проверьте результат.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Практическая инструкция · Algo MAX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ЧЕК-ЛИСТЫ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проверять каждый рабочий день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Новые начисления, QR учеников, полученные комплекты и фактическая выдача.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Проблемные заказы, корректность начислений и запланированные рассылки.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Заказы без склада, чек-лист сборки, доставка и низкие остатки.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Очередь заказов, сотрудники, отчет AC и состояние товаров.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Изоляция городов, новые партнеры и критичные административные действия.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Перед завершением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Обновите списки и убедитесь, что статусы соответствуют фактическим действиям.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Не держите незавершенное действие открытым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После массовой операции дождитесь подтверждения и обновите соответствующий список.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ДИАГНОСТИКА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Частые ситуации и решения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Нет нужного раздела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Проверьте активную роль. Раздел может быть недоступен этому сотруднику.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 виден ученик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Проверьте город, группу, преподавателя, статус и активность связи.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 меняется статус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Обновите список и убедитесь, что предыдущий этап действительно завершен.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Неверный остаток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Сверьте склад в товаре и незавершенные резервы по заказам.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Не работает QR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Получите актуальный код и проверьте активность родительской связи.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Ошибка повторяется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Запишите роль, город, раздел, номер заказа и последовательность действий.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Что приложить к обращению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Снимок экрана, время ошибки, роль, город и номер связанного ученика или заказа.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ПОДДЕРЖКА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Раздел помощи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96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537960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53796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6263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Страница на компьютере</a:t>
            </a:r>
          </a:p>
        </p:txBody>
      </p:sp>
      <p:pic>
        <p:nvPicPr>
          <p:cNvPr id="11" name="Picture 10" descr="help-placeholder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167128"/>
            <a:ext cx="6291072" cy="39319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296912" y="1755648"/>
            <a:ext cx="4407408" cy="3337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96912" y="1755648"/>
            <a:ext cx="4407408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072" y="1819656"/>
            <a:ext cx="4133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Страница на телефоне</a:t>
            </a:r>
          </a:p>
        </p:txBody>
      </p:sp>
      <p:pic>
        <p:nvPicPr>
          <p:cNvPr id="15" name="Picture 14" descr="help-placeholder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5693" y="2167128"/>
            <a:ext cx="1309845" cy="283463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296912" y="5285232"/>
            <a:ext cx="4407408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96912" y="5285232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0" y="5413248"/>
            <a:ext cx="4078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Сейчас раздел закрыт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5705856"/>
            <a:ext cx="407822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 публикации встроенных материалов используйте эту презентацию как основное руководство.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Руководство пользователя · Algo MAX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F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621792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640080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749808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5303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rial"/>
              </a:rPr>
              <a:t>Перед началом работы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713232" y="2889504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16352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Проверьте профиль, роль и город.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713232" y="345643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Обновите данные нужного раздела.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713232" y="402336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50208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Перед подтверждением сверьте выбранные записи.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713232" y="4590288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17136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Меняйте статус только после фактического действия.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713232" y="5157216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84064"/>
            <a:ext cx="49651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При ошибке сохраняйте номер заказа или ученика.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932688"/>
            <a:ext cx="5138928" cy="5084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13716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1172F"/>
                </a:solidFill>
                <a:latin typeface="Arial"/>
              </a:rPr>
              <a:t>Краткий маршрут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9712" y="20574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2066543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0391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Войти через 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2331720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Используйте свой подтвержденный аккаунт.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39712" y="29992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00837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2632" y="298094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Выбрать профиль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3273551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Ребенок, роль сотрудника и город.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39712" y="3941063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9712" y="395020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2632" y="39227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Выполнить действие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215383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Проверить все выбранные данные.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39712" y="48828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9712" y="489204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42632" y="48646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Обновить результат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42632" y="5157216"/>
            <a:ext cx="3657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Убедиться, что операция завершена.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91088" y="6291072"/>
            <a:ext cx="566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