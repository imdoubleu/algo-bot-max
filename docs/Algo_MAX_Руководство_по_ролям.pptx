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5216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5216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7592" y="713232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54480"/>
            <a:ext cx="3657600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Полное руководство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по ролям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999232"/>
            <a:ext cx="3547872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Конкретные кнопки, права доступа, ожидаемый результат и исправление ошибок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5102352"/>
            <a:ext cx="3401568" cy="5303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257800"/>
            <a:ext cx="29809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50+ актуальных экранов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126480"/>
            <a:ext cx="3749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CBB9E8"/>
                </a:solidFill>
                <a:latin typeface="Arial"/>
              </a:rPr>
              <a:t>Редакция 6 · интерфейс 0.78.1 · август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4064" y="585216"/>
            <a:ext cx="6528816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844" y="658368"/>
            <a:ext cx="2721254" cy="170078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84064" y="2596896"/>
            <a:ext cx="6528816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844" y="2670048"/>
            <a:ext cx="2721254" cy="170078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84064" y="4608576"/>
            <a:ext cx="6528816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779" y="4681728"/>
            <a:ext cx="2399385" cy="1499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НАВИГАЦИЯ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Содержание по рабочим разделам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1. Вход и роли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Профиль, город, ребенок и доступные разделы.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2. Магазин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Поиск, фильтры, карточка, корзина и код.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3. Заказы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Склад, сборка, доставка, получение и отмена.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4. Ученики и 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Карточка, статус, баланс, начисления и отчет.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5. Рассылки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Аудитория, площадки, эмодзи и проверка.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6–7. Управление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Сотрудники, товары, склады, импорт, QR и помощь.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Принцип руководства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Одна операция — один экран. Номера на скриншоте совпадают с точными действиями справа.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КАК ЧИТАТЬ РУКОВОДСТВО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Номер показывает точное место нажатия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Пример: Магазин -&gt; карточка товара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07018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13419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078327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42335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36825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43226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номер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Метка стоит рядом с нужной кнопкой или полем.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Выполните действие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Пояснение справа использует тот же номер.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результат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Нижний блок сообщает, что должно измениться.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Если экран отличается, сначала проверьте роль, выбранного ребенка и рабочий город.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Кто что делает в системе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Ученик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Покупает за свои AC, видит баланс, историю и собственные заказы.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Родитель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Переключает детей, оформляет покупку и дает ребенку QR-доступ.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Начисляет AC своим ученикам, получает и выдает их заказы.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Куратор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Работает с разрешенными группами, заказами и адресными рассылками.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Ведет учеников, склады, товары, сотрудников и полный цикл заказа.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Директор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Контролирует несколько городов, отчеты и права сотрудников.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Суперадминистратор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Переключает города и партнеров, назначает директоров и видит системный контур управления.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Пять рабочих состояний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1. Зарезервирован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Заказ создан; склад для физического товара еще не подтвержден.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2. Ожидает доставки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Склад выбран, товар собран или готовится к отправке на площадку.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3. На площадке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Доставка подтверждена; заказ доступен преподавателю.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4. У учителя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Преподаватель фактически получил комплект.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5. Получен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Семья видит «Получен», сотрудники — «Передан ученику».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Отменен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Отменять на любом этапе могут только администратор и директор.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Статус — это факт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Не переводите заказ дальше заранее: каждое состояние должно соответствовать реальному действию.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ДОСТУП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Что проверить перед любой операцией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из 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Запускайте mini-app из подтвержденного аккаунта MAX.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профиль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имя и активную роль в верхнем блоке.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город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Директор и суперадминистратор выбирают рабочий город в верхней панели.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ребенка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Родитель выбирает ребенка до магазина, корзины или истории.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Обновите данные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изменения нажмите кнопку с круговыми стрелками.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Если нужного раздела нет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Роль не назначена или отозвана.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Выбран другой город.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Связь с учеником неактивна.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Нужно повторно открыть приложение из MAX.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Не используйте чужие ссылки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Персональные и одноразовые приглашения нельзя пересылать другому пользователю.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Вход, профиль и роли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Сначала убедитесь, от чьего имени и в каком городе открыта система.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Ученик и родитель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Преподаватель и куратор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Администратор и директор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Суперадминистратор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ученика на компьютере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502883" y="273112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891" y="279513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672864" y="273112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36872" y="279513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637300" y="273112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01308" y="279513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имя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Приветствие и профиль должны относиться к ученику.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 баланс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Круговая стрелка повторно запрашивает AC.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корзину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Счетчик показывает добавленные позиции.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Ученик видит только свой баланс, свою историю и свои заказы.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ученика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Нижнее меню -&gt; 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276880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283281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65368" y="574499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29376" y="580900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кабинет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в приветствии подтверждает текущий профиль.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быстрый раздел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Карточки ведут к магазину и заказам.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Используйте меню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Основные разделы закреплены снизу.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Дополнительные пункты находятся в меню «Еще» и зависят от роли.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Переключение между детьми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выбор ребенка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61774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25782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793418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7426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492032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56040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ребенка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Баланс и корзина переключатся вместе с именем.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относится только к активному ребенку.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заказ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показывает заказы связанных детей.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 покупкой повторно проверьте имя ребенка в корзине.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родителя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ребенок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24" y="2432303"/>
            <a:ext cx="114965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273112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279513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29291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35692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Профиль родителя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подтверждает, кто открыл приложение.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Активный ребенок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имя, чтобы сменить профиль.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Разделы семьи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Корзина и заказы доступны снизу.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 каждого ребенка отдельные баланс, корзина, заказы и история AC.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Ученики и заказы преподавателя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149" y="2432303"/>
            <a:ext cx="545221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724001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88009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741320" y="344692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5328" y="351093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18702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342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Список учеников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Показаны только назначенные группы и ученики.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Заказы к выдаче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Здесь видны комплекты своих учеников.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Рабочие разделы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Начисления, заказы и отчет доступны слева.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Если ученика нет, сбросьте фильтр группы, затем обратитесь к администратору.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Рабочий экран преподавателя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нижнее меню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506" y="2432303"/>
            <a:ext cx="17532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1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59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1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59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270815" y="566964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34823" y="573365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Фильтр сокращает список до нужной группы.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ученика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Карточка дает доступ к разрешенной истории.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открывает массовое начисление AC.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не видит чужие группы и не может отменять заказы.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Рабочая область куратора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2343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744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913973" y="344692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77981" y="351093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163428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9829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учеников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ограничен разрешенными группами.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Контролируйте выдачу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Куратор видит связанные заказы.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рассылки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Адресные новости доступны в меню.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Куратор может подтверждать доставку на площадку, но не отменять заказ.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Главная администратора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2343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744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913973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77981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163428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9829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Ученики и группы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Быстрый список показывает активных учеников города.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Заказы к выдаче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Карточки отражают фактические статусы.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Товары, склады и сотрудники находятся здесь.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Администратор работает только в назначенном городе.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ДИРЕКТОР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Контроль филиала директором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город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2343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744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913973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77981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163428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9829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учеников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относится к выбранному городу.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Контролируйте заказы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зависшие этапы перед выдачей.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управление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Сотрудники, склады и импорт доступны директору.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При нескольких городах сначала переключите город, затем выполняйте изменения.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СУПЕРАДМИНИСТРАТОР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Работа с несколькими городами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город / партнер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623438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87446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913973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77981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163428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9829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город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Данные на странице должны соответствовать выбору сверху.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очередь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Заказы разных городов не смешиваются.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управление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Здесь создаются города и назначаются директора.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переключения города обновите страницу и сверьте название рабочего профиля.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Магазин и покупка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Поиск награды, проверка суммы и получение цифрового кода.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Поиск и категории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Сортировка и фильтры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Корзина и подтверждение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Цифровая автовыдача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Поиск, категории и сортировка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311200" y="322088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75208" y="328489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960388" y="36729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24396" y="37369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275636" y="36729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39644" y="37369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название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по части названия товара.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категорию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«Все» возвращает полный каталог.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Настройте сортировку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Выберите популярность, цену или новизну.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фильтра количество карточек и подпись найденных товаров должны измениться.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295716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02117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13143" y="355994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77151" y="362395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Поиск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Введите название и дождитесь обновления списка.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Категории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Лента прокручивается горизонтально.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Подробнее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карточку выбранной награды.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Цена и наличие видны до добавления товара в корзину.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Дополнительные фильтры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Фильтры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0873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1513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484083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490484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порядок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Сортировка меняет порядок карточек.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Оставьте доступные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«В наличии» скрывает недоступные позиции.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Сбросьте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сброса возвращает исходный каталог.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Активные переключатели выделяются; закрытие панели не сбрасывает выбор.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Магазин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61479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67880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36825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43226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товар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название, описание, цену и тип выдачи.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количество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превышайте доступный остаток.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переносит позицию в корзину выбранного ученика.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Название не перекрывает изображение и полностью читается в карточке.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количества и суммы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количество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Минус и плюс сразу пересчитывают сумму.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остаток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Показан баланс после списания.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Оформите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один раз и дождитесь подтверждения.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Получатель, итог и остаток на счете должны быть верными до подтверждения.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КОРЗИНА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Финальное подтверждение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Корзина -&gt; Оформить заказ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получателя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 родителя здесь указано имя выбранного ребенка.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итог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списания не должна превышать баланс.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Повторное нажатие не требуется.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корзина очищается, а заказ появляется в соответствующей вкладке.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ЦИФРОВОЙ ТОВАР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и копирование кода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Получены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155" y="2432303"/>
            <a:ext cx="160399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51895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58296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код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хранится внутри выполненного цифрового заказа.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Скопируйте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кнопку рядом с кодом.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выдачу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История подтверждает автоматическую выдачу.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Один цифровой код выдается один раз и исключается из повторной продажи.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ПОКУПКА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Проверки и частые ошибки корзины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ребенка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 родителя корзина относится к выбранному профилю.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наличие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Недоступный физический товар нельзя оформить.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баланс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Итог не должен превышать доступные 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 один раз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Дождитесь сообщения и появления заказа.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Не ищите отмену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Ученик и родитель не отменяют оформленный заказ.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После покупки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Корзина очищена.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Баланс обновлен.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Заказ появился в списке.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Цифровой код выдан сразу.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Физический товар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Сначала имеет статус «Зарезервирован» и ждет назначения склада.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Заказы и выдача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Каждая кнопка подтверждает фактический этап движения товара.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27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Собрать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Распределить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Получить и передать ученику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Фильтры заказов ученика и родителя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442606" y="307018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6614" y="313419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793418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7426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155082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909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Для семьи финальная вкладка называется «Получены».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заказ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принимает номер, ученика или товар.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«Подробнее» показывает состав и историю.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Выпадающий фильтр не дублируется: состояние выбирается только вкладками.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состояние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6" y="2432303"/>
            <a:ext cx="264731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288182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294583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Прокрутите статусы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Вкладки доступны горизонтальным свайпом.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карточку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Видны товар, сумма и текущий этап.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Подробнее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историю конкретного заказа.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Ученик и родитель не видят кнопку отмены ни на одном этапе.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СЕМЬЯ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и история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2585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3225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826882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0890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состав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товары, количество и сумму.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Читайте историю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Каждая запись содержит дату и фактическое действие.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Крестик возвращает в список без изменения заказа.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Служебные подписи из внутренних сводок пользователю не показываются.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382329" y="295716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46337" y="302117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779556" y="38236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3564" y="38876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396191" y="382365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0199" y="388766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Верхний ряд фильтрует фактический статус.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этап работы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Назначить склад, Собрать или Распределить.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Круговая стрелка применяет завершенные отметки.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Переключатели не дублируются и всегда видны до первого нажатия.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Очередь зарезервированных заказов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Назначить склад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417893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81901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828982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92990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878409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42417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заказ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Чекбокс включает заказ в массовую операцию.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склад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Подсказка показывает доступный источник.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Стрелка открывает карточку и состав.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Выбор чекбокса не сворачивает площадку и не меняет статус сам по себе.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Склад для каждой позиции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 -&gt; склад для списания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985101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49109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105656" y="563197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69664" y="569598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757854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21862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склад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показывает доступный остаток.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фиксирует склады всех позиций.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Крестик оставляет заказ зарезервированным.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подтверждения заказ переходит в «Ожидает доставки».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НАЗНАЧИТЬ СКЛАД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Назначение склада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 -&gt; склад для списания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72781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79182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59429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65830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позицию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Название товара не перекрывает изображение.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склад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Доступный остаток указан в списке.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Сохраните выбор один раз.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Если остатка нет, закройте карточку и проверьте другой склад или товар.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СОБРАТЬ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Общий чек-лист по складам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Собрать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417893" y="386132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81901" y="392533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779556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3564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396191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0199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склад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разделен по источнику товара.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товар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Одинаковые позиции объединены, количество суммируется.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Только обновление фиксирует готовый набор.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Чекбокс служит промежуточной отметкой; строка не исчезает сразу после нажатия.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Как работает чек-лист сборки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склад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Собирайте один источник товара за раз.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Возьмите количество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Одинаковые позиции уже объединены в одну строку.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Поставьте галочку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Отметка остается на месте и не сворачивает блок.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весь набор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Не подтверждайте заказ при фактической нехватке.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Нажмите обновить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Только эта кнопка переводит полностью собранные заказы дальше.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Что не попадает в сборку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Заказы без выбранного склада.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Уже доставленные на площадку.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Полученные преподавателем.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Переданные ученику или отмененные.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Галочка — не статус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Это промежуточный чек-лист. Статус меняется только после подтверждения.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ЗАКАЗЫ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выдача и названия статусов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Доставка на площадку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Администратор, директор или куратор подтверждает факт.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Получение учителем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Преподаватель нажимает «Учитель получил».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Проверка состава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Перед выдачей сверьте ученика, товар и количество.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Передача ребенку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Нажмите «Передать ученику» после фактической выдачи.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Проверка семьи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 семьи заказ появится во вкладке «Получены».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Кто может отменить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Администратор города.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Директор города.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Не преподаватель и не куратор.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Не ученик и не родитель.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Два названия одного финала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Семья видит «Получен», сотрудники — «Передан ученику».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РАСПРЕДЕЛИТЬ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Площадки и преподаватели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Распределить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538447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02455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779556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3564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396191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0199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площадку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Внутри заказы сгруппированы по преподавателю.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доставку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Ставьте галочку после фактической доставки.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Рабочая кнопка применяет выбранные заказы.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Заказы в статусах «На площадке» и «У учителя» больше не показываются в сборке.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ОТМЕНА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Причина отмены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Подробнее -&gt; Другие действия -&gt; Отменить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105656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9664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105656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69664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4105656" y="551895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9664" y="558296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готовый вариант или свой текст.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возврат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AC вернутся ученику после подтверждения.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Отмена необратима обычной кнопкой.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Отмену на любом этапе выполняют только администратор или директор.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Заказы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94" y="2432303"/>
            <a:ext cx="234331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видит только свою очередь.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ученика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Имя и группа должны быть вашими.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заказ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состав до получения.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Количество и состав доставленных заказов видны в общей выжимке и карточках.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Получение заказа на площадке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Заказы -&gt; На площадке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77" y="2432303"/>
            <a:ext cx="222614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280647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287048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«На площадке»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Здесь только фактически доставленные заказы.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состав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товар и количество.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Нажмите «Учитель получил»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Статус меняется после передачи преподавателю.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Следующее действие — «Передать ученику» после фактической выдачи ребенку.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ПРАВА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Кто меняет состояние заказа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Склад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Администратор или директор назначает склад.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Сборка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Администратор или директор ведет чек-лист.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Доставка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Администратор, директор или куратор подтверждает площадку.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Получение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Преподаватель подтверждает получение комплекта.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Преподаватель или уполномоченный сотрудник передает ученику.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Отмена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Только администратор.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Только директор.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 указанием причины.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 возвратом AC ученику.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Семья не отменяет заказ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Кнопка отмены отсутствует у ученика и родителя на всех этапах.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Ученики и астрокоины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Карточка ученика объединяет связи, статус, баланс и полную историю.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43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Реестр и карточка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Создание и перевод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Начисление AC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Отчет и правила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и фильтр по группам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01497" y="34092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65505" y="34732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672864" y="34092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36872" y="34732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757854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21862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запрос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Ищите по ФИО, группе, ID или преподавателю.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Новый фильтр групп сохраняется.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Стрелка показывает данные и историю ученика.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Отдельного старого фильтра «История ученика» больше нет.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Реестр только своих учеников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01497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65505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733141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97149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757854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21862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ученика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внутри разрешенных групп.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Чужие группы не отображаются.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Преподаватель видит разрешенную историю.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Куратор работает по тому же принципу в пределах назначенных групп.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КАРТОЧКА УЧЕНИКА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Статус, день рождения, баланс и история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открыть ученика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266" y="2432303"/>
            <a:ext cx="5129978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84859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8867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131651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95659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131651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95659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данные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Группа, преподаватель и день рождения хранятся вместе.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статус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новое состояние и причину.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Скорректируйте AC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Введите итоговый баланс и обязательную причину.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История сохраняет автора, дату, старое и новое значение.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НОВЫЙ УЧЕНИК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ученика и связи с родителем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История учеников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91" y="2432303"/>
            <a:ext cx="5556929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16547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0555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217041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81049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217041" y="484083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81049" y="490484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Заполните ученика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ФИО, ID, группу, статус и день рождения.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родителя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Связь родитель–ученик создается сразу при наличии данных.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MAX-связь ребенка можно добавить позже.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Связь с MAX необязательна; обязательна только корректная карточка ученика.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Статус, выбытие и заморозка доступа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Измените статус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карточке ученика выберите состояние и укажите причину.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Запустите срок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выбытия действует установленное число дней доступа.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Настройте паузу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Директор задает период, который не расходует оставшиеся дни.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Сохраните историю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Баланс, заказы и связи не удаляются.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Восстановите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Активируйте статус — прежний баланс продолжит действовать.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Единый расчет срока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Вход по письму и QR.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Кабинет и магазин.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Корзина и новый заказ.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Старые заказы доступны сотрудникам.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Летняя пауза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Дни внутри периода заморозки не уменьшают остаток доступа.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УЧЕНИКИ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Перевод в группу и подарок на день рождения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карточку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Найдите ученика через поиск или фильтр группы.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Выберите новую группу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Сохраните перевод без создания дубликата.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связи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Родитель, MAX-доступ, баланс и заказы сохраняются.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историю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Старая и новая группы записаны с автором и временем.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Укажите день рождения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эту дату начисляется автоматический подарок 50 AC один раз.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Доступ к истории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Преподаватель ученика.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Куратор группы.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Администратор и директор.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Суперадминистратор.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Перевод — не новый ученик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Все накопленные данные продолжают относиться к прежней карточке.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Групповое начисление 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700" y="2432303"/>
            <a:ext cx="2144902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37157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43558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27573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33974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29291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35692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Ниже останутся ученики этой группы.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связана с правилом текущего города.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учеников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показывает количество выбранных.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проверьте новые операции в истории AC.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Своя причина и сумма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 -&gt; Своя причина и сумма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06" y="2432303"/>
            <a:ext cx="19180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69014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75414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свой вариант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Появятся два ручных поля.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причину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Текст должен объяснять начисление.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сумму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число до отправки.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Кастомная операция сохраняется с автором и доступна в отчете.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ОТЧЕТ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Период, преподаватель и группа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Отчет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60388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4396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3382329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6337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552309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6317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период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быстрый интервал или даты.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преподавателя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Можно оставить всех сотрудников.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группу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Фильтры применяются вместе.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Нажмите «Показать» и сверьте сумму, причину, ученика и автора каждой операции.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Правила AC для конкретного города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правила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Работайте в выбранном городе.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Свяжите причину и сумму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Стандартная причина подставляет фиксированное количество AC.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Отключите лишнее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Неактивное правило исчезает из формы.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Оставьте ручной вариант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Для исключения используйте свою причину и сумму.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отчет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Операция содержит автора и примененную причину.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Кому доступна настройка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Администратору.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Директору.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Суперадминистратору.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Преподаватель применяет правила.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Автоматический подарок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50 AC начисляются в день рождения при заполненной дате.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Рассылки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Сначала аудитория, затем содержание и финальная проверка.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Получатели и форматы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Площадки и группы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Текст, фото и эмодзи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Проверка и история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057" y="2432303"/>
            <a:ext cx="475039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13064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77072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3108072" y="42003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72080" y="42643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3203080" y="502919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67088" y="509320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получателей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Родители, ученики или обе категории.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формат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Очные, онлайн или индивидуальные группы.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площадки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Выберите площадки и конкретные группы.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 отправкой система рассчитывает фактическое число получателей.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Редактор площадки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Площадки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088" y="2432303"/>
            <a:ext cx="11801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03251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09652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37106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37746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название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адрес или понятное имя.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слова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Группы подбираются по вхождению в название.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вручную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Ручные галочки имеют приоритет.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сохранения откройте площадку повторно и сверьте выбранные группы.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590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1455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2095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заголовок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должен кратко объяснять тему.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Напишите сообщение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дату, место и действие получателя.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фото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JPEG, PNG и WebP.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Черновик сохраняется автоматически до финальной отправки.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эмодзи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 -&gt; кнопка эмодзи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706" y="2432303"/>
            <a:ext cx="17428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набор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показывает доступные эмодзи.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символ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вставится в позицию курсора.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 набор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Текст сообщения сохранится.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требуется системная клавиатура: эмодзи доступны внутри редактора.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66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21756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28157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аудиторию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роли, площадки, группы и количество.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сообщение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текст, ссылку и изображение.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Отправьте один раз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Дождитесь итоговой статистики.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отправки текст не редактируется; исправление отправляется новой рассылкой.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Отправка, история и повтор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аудиторию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город, категории, форматы, площадки и группы.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контент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ссылку и прочитайте сообщение на телефоне.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Отправьте один раз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Дождитесь итоговой статистики.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историю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успешные, пропущенные и ошибочные доставки.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Повторите корректно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При ошибке создайте новую рассылку из сохраненного содержания.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Перед отправкой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Нет данных чужой группы.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Указаны дата и место.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Ссылка открывается.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Фото читается на телефоне.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Отправленное не редактируется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Исправления рассылаются новым сообщением, чтобы история оставалась достоверной.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Управление филиалом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Сотрудники, товары, склады и импорт изолированы по рабочему городу.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Сотрудники и приглашения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Товары и цифровые коды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Склады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Импорт, связи и история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УПРАВЛЕНИЕ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Рабочие вкладки филиала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60388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4396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900111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64119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155082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9090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вкладку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Сотрудники, товары, склады, импорт, связи и история.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сводку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Показатели относятся к текущему городу.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Обновите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заново загружает данные вкладки.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Лишних устаревших вкладок и дублирующего приветственного блока нет.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Активные и отозванные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779556" y="352226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43564" y="358627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407042" y="397434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71050" y="403835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697577" y="457712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61585" y="464112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состояние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Активные и отозванные роли разделены.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сотрудника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по имени, MAX ID и роли.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действия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Меню позволяет настроить или отозвать роль.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Директор может отзывать роли администраторов своего города.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одноразовой ссылки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Сотрудники -&gt; Пригласить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850" y="2432303"/>
            <a:ext cx="1696602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роль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ограничен правами приглашающего.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Создайте ссылку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Она действует семь дней и один раз.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Без создания никаких изменений нет.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Администратор не может приглашать роль выше собственных полномочий.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Копирование приглашения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Сотрудники -&gt; созданная ссылка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88" y="2432303"/>
            <a:ext cx="15241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78598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84998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Скопируйте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Передайте ссылку конкретному сотруднику.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срок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истечения нужна новая ссылка.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роль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перехода сотрудник появится в активных.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Повторный переход по использованной ссылке не создает новую связь.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СОТРУДНИКИ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Отзыв роли и уведомления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Найдите сотрудника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Используйте поиск по имени, MAX ID или роли.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меню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Кнопка действий находится справа в строке.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Настройте уведомления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Измените нужные категории сообщений.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Отзовите роль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Директор может отозвать администратора своего города.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Связь перейдет во вкладку «Отозванные».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Что сохраняется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История действий.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Данные учеников.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Заказы и остатки.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Возможность выдать новую роль.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Отзывайте роль, не аккаунт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Это прекращает полномочия без удаления связанных данных.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Каталог и остатки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Товары и остатки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57" y="2432303"/>
            <a:ext cx="479659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90234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54242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448703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12711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024295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88303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Фильтруйте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статус, категорию и поиск.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товар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Откроется единая карточка товара.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Редактируйте цену, тип выдачи и остатки.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SKU вручную не вводится: технический идентификатор формируется автоматически.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Карточка физического товара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35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67825" y="333390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1833" y="339791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152944" y="37106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6952" y="37746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152944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6952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Заполните карточку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Название, категория, цена, описание и фото.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выдачу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Для обычного товара оставьте выдачу со склада.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Укажите остатки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Количество задается отдельно для каждого склада.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сохранения проверьте карточку товара в магазине.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Цифровой товар и пул кодов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69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-&gt; тип «Код сразу после покупки»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35" y="2432303"/>
            <a:ext cx="5236440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67825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1833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152944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6952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152944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6952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цифровой тип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Физический склад для него не нужен.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коды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Каждая строка — отдельный код выдачи.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доступность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Активных кодов должно хватать на продажи.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выдается сразу после покупки и исключается из доступного пула.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ТОВАРЫ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Массовый импорт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Товары и остатки -&gt; Массовый импорт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808" y="2432303"/>
            <a:ext cx="436089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233477" y="37106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97485" y="37746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23700" y="427573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7708" y="433974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550114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6515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переименовывайте обязательные колонки.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файл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Поддерживается подготовленный XLSX или CSV.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результат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Ошибочные строки исправляются до повторной загрузки.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Шаблон содержит пример и правила для физических и цифровых товаров.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Список складов и основной склад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Склады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34" y="2432303"/>
            <a:ext cx="563924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90592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54600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5684644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48652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248568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12576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основной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подставляется в новые складские операции.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склад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понятное название и адрес.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Измените склад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Старые заказы при этом не переносятся.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Основной склад — персональная настройка сотрудника, а не города целиком.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СКЛАДЫ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Создание склада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Склады -&gt; Добавить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236" y="2432303"/>
            <a:ext cx="90583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1" y="355994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59" y="362395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1" y="423806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59" y="430206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1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59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название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название, понятное при сборке.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Укажите адрес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Добавьте ориентир или примечание.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Склад появится в товарах и заказах.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и технический тип склада пользователю заполнять не требуется.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Автоматическое распределение по городам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Заполните город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Значение берется из каждой строки файла.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Загрузите 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Поддерживаются листы «Шаблон» и «Сделки».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предпросмотр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Неизвестный город показывает ошибку.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Подтвердите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Только теперь записи создаются по филиалам.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Сверьте итог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Откройте реестр каждого доступного города.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Ограничения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Только доступные директору города.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Город уже создан.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Группа создается в городе строки.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Повтор обновляет по ID.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Заранее база не распределяется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Распределение выполняется только при подтвержденном импорте директором.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ИМПОРТ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Проверка CRM-таблицы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Импорт данных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00111" y="3635288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64119" y="3699296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226210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0218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034527" y="465246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8535" y="471647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Скачайте шаблон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Используйте актуальную структуру колонок.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лист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«Шаблон» и «Сделки».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файл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Предпросмотр не изменяет базу.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Город берется из строки и сопоставляется только с доступными директору городами.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Родители, ученики и MAX-аккаунты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Связи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20665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84673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346764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0772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577023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41031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Фильтруйте связи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Проверяйте роль и текущее состояние.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пользователя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принимает имя и MAX ID.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действия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Отозванную связь можно оформить заново с другой ролью.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Удаление связи не удаляет ученика, баланс, заказы или историю.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ИСТОРИЯ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 действий сотрудников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Управление -&gt; История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00111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64119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587873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51881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6275636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39644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период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Ограничьте историю нужным интервалом.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Найдите событие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Поиск работает по сотруднику и действию.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33087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68512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68512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224527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детали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544568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 записи есть автор, время и объект изменения.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Устаревший раздел amoCRM удален; здесь только действия внутри текущей системы.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СУПЕРАДМИНИСТРАТОР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Города, партнеры и директора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Создайте город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Укажите официальное название и уникальный технический идентификатор.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Назначьте директора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Один директор может быть связан с несколькими городами.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Учитывайте филиалы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 одном городе допускаются несколько директоров со своими площадками.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Переключите город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Перед изменением данных сверьте выбор в верхней панели.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изоляцию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Ученики, товары, склады и отчеты не смешиваются.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После настройки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Создайте склады.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Пригласите сотрудников.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Загрузите учеников.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Настройте правила AC.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Права назначаются явно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Наличие аккаунта MAX само по себе не дает доступа к городу.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РАЗДЕЛ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53312"/>
            <a:ext cx="345643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QR-коды и помощь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017520"/>
            <a:ext cx="312724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Детский вход создается через подтвержденную связь с родителем.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44768"/>
            <a:ext cx="6583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566928"/>
            <a:ext cx="6931152" cy="574243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8928" y="1005840"/>
            <a:ext cx="4114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В этом разделе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5166360" y="173736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7528" y="166420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QR родителя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5166360" y="237744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230428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QR преподавателя</a:t>
            </a:r>
          </a:p>
        </p:txBody>
      </p:sp>
      <p:sp>
        <p:nvSpPr>
          <p:cNvPr id="13" name="Rectangle 12"/>
          <p:cNvSpPr/>
          <p:nvPr/>
        </p:nvSpPr>
        <p:spPr>
          <a:xfrm rot="2700000">
            <a:off x="5166360" y="301752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94436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Повторная привязка</a:t>
            </a:r>
          </a:p>
        </p:txBody>
      </p:sp>
      <p:sp>
        <p:nvSpPr>
          <p:cNvPr id="15" name="Rectangle 14"/>
          <p:cNvSpPr/>
          <p:nvPr/>
        </p:nvSpPr>
        <p:spPr>
          <a:xfrm rot="2700000">
            <a:off x="5166360" y="3657600"/>
            <a:ext cx="91440" cy="9144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3584448"/>
            <a:ext cx="5696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72F"/>
                </a:solidFill>
                <a:latin typeface="Arial"/>
              </a:rPr>
              <a:t>Встроенная помощь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 ребенка и ссылка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79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611" y="2432303"/>
            <a:ext cx="157308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03251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09652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49161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49801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ребенка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Каждый код относится к одному профилю.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Сохраните QR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Изображение можно передать ребенку.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Скопируйте ссылку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Она повторяет данные внутри QR-кода.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открывайте детскую ссылку в родительском MAX-аккаунте.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РОДИТЕЛЬ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Полноэкранный QR-код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QR-код ребенка -&gt; Увеличить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826882" y="250509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0890" y="256909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Покажите код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Ребенок сканирует его со второго устройства.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Увеличьте яркость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Полноэкранный режим упрощает сканирование.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Возвращает к списку детей.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привязки повторно используйте обычный вход через MAX.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ПРЕПОДАВАТЕЛЬ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QR-коды учеников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 -&gt; QR-коды детей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65" y="2432303"/>
            <a:ext cx="189337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130552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94560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Показаны только ученики преподавателя.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ученика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Карточка показывает доступность QR.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62272" y="4133087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62272" y="4133087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4270248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279392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4224527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Покажите код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7488" y="4544568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Код создается при активной родительской связи.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Если родитель не подключен, экран объяснит перейти по ссылке из письма.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QR И СВЯЗИ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Если QR недоступен или связь ошибочна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родителя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Для QR нужна активная связь родитель–ученик.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Откройте письмо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Если связи нет, родитель переходит по ссылке школы.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Отзовите ошибочную связь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Администратор делает это во вкладке «Связи».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Выдайте новую роль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После отзыва связь можно оформить заново.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Повторите QR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Покажите код только нужного ученика.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Безопасная привязка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Один QR — один ученик.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Ссылка передается лично.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Родитель не открывает детскую ссылку.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История сохраняется.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QR не заменяет родителя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Он дает ребенку вход только после подтвержденной родительской связи.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ПОМОЩЬ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Раздел помощи на компьютере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Помощь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7790688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7790688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75346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93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634288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98296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226210" y="37106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0218" y="37746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066543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68512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157984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помощь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478024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Пункт находится в основном меню роли.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099815"/>
            <a:ext cx="309067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3920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68512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3191256"/>
            <a:ext cx="23591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Скоро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511296"/>
            <a:ext cx="235915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Встроенная справка пока недоступна.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5394960"/>
            <a:ext cx="3090672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3920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05088" y="5504688"/>
            <a:ext cx="27614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5760720"/>
            <a:ext cx="2761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 запуска встроенной справки используйте PDF и текстовый каталог действий.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ПОМОЩЬ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Раздел помощи на телефоне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Еще -&gt; Помощь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65760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65760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4015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738" y="2432303"/>
            <a:ext cx="1740826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130552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94560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2130552" y="566964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573365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2272" y="2066543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62272" y="2066543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26864" y="2203703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2212848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157984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страницу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2478024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Она должна показывать только «Скоро...».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2272" y="3099815"/>
            <a:ext cx="713232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62272" y="3099815"/>
            <a:ext cx="54864" cy="960120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26864" y="3236975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324612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3191256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Вернитесь в меню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511296"/>
            <a:ext cx="640080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Откройте другой раздел через нижнюю панель.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2272" y="5394960"/>
            <a:ext cx="713232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62272" y="5394960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504688"/>
            <a:ext cx="68031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760720"/>
            <a:ext cx="680313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Пустого отступа или зависания навигации после открытия помощи быть не должно.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Практическое руководство · интерфейс 0.78.1 · Algo MAX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ЕЖЕДНЕВНАЯ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Короткий маршрут каждой роли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55648"/>
            <a:ext cx="3456432" cy="1444752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55648"/>
            <a:ext cx="64008" cy="1444752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Ученик / родитель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Проверить профиль -&gt; выбрать товар -&gt; оформить -&gt; следить за статусом.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Преподаватель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Выбрать группу -&gt; начислить AC -&gt; получить заказ -&gt; передать ребенку.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755648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755648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920240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Куратор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Проверить свои группы -&gt; доставку -&gt; подготовить адресную рассылку.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419856"/>
            <a:ext cx="3456432" cy="1444752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19856"/>
            <a:ext cx="64008" cy="1444752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Назначить склад -&gt; собрать -&gt; распределить -&gt; проверить остатки.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419856"/>
            <a:ext cx="3456432" cy="1444752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419856"/>
            <a:ext cx="64008" cy="1444752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Директор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Выбрать город -&gt; проверить отчет, сотрудников, заказы и импорт.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3419856"/>
            <a:ext cx="3456432" cy="1444752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47888" y="3419856"/>
            <a:ext cx="64008" cy="1444752"/>
          </a:xfrm>
          <a:prstGeom prst="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3584448"/>
            <a:ext cx="3035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Суперадминистратор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9592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E687D"/>
                </a:solidFill>
                <a:latin typeface="Arial"/>
              </a:rPr>
              <a:t>Выбрать партнер/город -&gt; проверить изоляцию -&gt; управлять директорами.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5413248"/>
            <a:ext cx="6446520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541324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5541264"/>
            <a:ext cx="6117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Каждое действие заканчивается проверкой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5833872"/>
            <a:ext cx="6117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Дождитесь сообщения, обновите список и откройте историю связанного заказа или ученика.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ДИАГНОСТИКА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Что делать, если результат не появился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5564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6479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Не нажимайте повторно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29967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Особенно при покупке, начислении и изменении остатка.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0604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1518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58775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Нажмите обновить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80360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Используйте круговую стрелку в текущем разделе.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5643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46557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4381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Сбросьте фильтры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730752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Выберите «Все», очистите поиск и проверьте группу.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06824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315968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28853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Проверьте роль и город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81144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Пустые списки часто связаны с областью доступа.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57216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66360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51389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Зафиксируйте контекст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431536"/>
            <a:ext cx="51206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Снимок, время, роль, город и номер объекта.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1755648"/>
            <a:ext cx="5138928" cy="3474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011680"/>
            <a:ext cx="44988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1172F"/>
                </a:solidFill>
                <a:latin typeface="Arial"/>
              </a:rPr>
              <a:t>Что сообщить поддержке</a:t>
            </a:r>
          </a:p>
        </p:txBody>
      </p:sp>
      <p:sp>
        <p:nvSpPr>
          <p:cNvPr id="30" name="Rectangle 29"/>
          <p:cNvSpPr/>
          <p:nvPr/>
        </p:nvSpPr>
        <p:spPr>
          <a:xfrm rot="2700000">
            <a:off x="6766560" y="2670048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2596896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Номер заказа или ID ученика.</a:t>
            </a:r>
          </a:p>
        </p:txBody>
      </p:sp>
      <p:sp>
        <p:nvSpPr>
          <p:cNvPr id="32" name="Rectangle 31"/>
          <p:cNvSpPr/>
          <p:nvPr/>
        </p:nvSpPr>
        <p:spPr>
          <a:xfrm rot="2700000">
            <a:off x="6766560" y="3182112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7728" y="3108960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Точное время по Москве.</a:t>
            </a:r>
          </a:p>
        </p:txBody>
      </p:sp>
      <p:sp>
        <p:nvSpPr>
          <p:cNvPr id="34" name="Rectangle 33"/>
          <p:cNvSpPr/>
          <p:nvPr/>
        </p:nvSpPr>
        <p:spPr>
          <a:xfrm rot="2700000">
            <a:off x="6766560" y="3694176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7728" y="3621024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Роль и выбранный город.</a:t>
            </a:r>
          </a:p>
        </p:txBody>
      </p:sp>
      <p:sp>
        <p:nvSpPr>
          <p:cNvPr id="36" name="Rectangle 35"/>
          <p:cNvSpPr/>
          <p:nvPr/>
        </p:nvSpPr>
        <p:spPr>
          <a:xfrm rot="2700000">
            <a:off x="6766560" y="4206240"/>
            <a:ext cx="91440" cy="9144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4133087"/>
            <a:ext cx="423367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72F"/>
                </a:solidFill>
                <a:latin typeface="Arial"/>
              </a:rPr>
              <a:t>Текст сообщения об ошибке.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413248"/>
            <a:ext cx="5138928" cy="932688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46520" y="5413248"/>
            <a:ext cx="54864" cy="932688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7688" y="5541264"/>
            <a:ext cx="4809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История важнее повторного клика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47688" y="5833872"/>
            <a:ext cx="48097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Сначала убедитесь, что операция не сохранилась, и только затем повторяйте действие.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Руководство пользователя · Algo MAX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1F6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621792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74980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00784"/>
            <a:ext cx="541324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rial"/>
              </a:rPr>
              <a:t>Перед подтверждением</a:t>
            </a:r>
          </a:p>
        </p:txBody>
      </p:sp>
      <p:sp>
        <p:nvSpPr>
          <p:cNvPr id="6" name="Rectangle 5"/>
          <p:cNvSpPr/>
          <p:nvPr/>
        </p:nvSpPr>
        <p:spPr>
          <a:xfrm rot="2700000">
            <a:off x="713232" y="2779776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06624"/>
            <a:ext cx="50109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Проверьте роль и город.</a:t>
            </a:r>
          </a:p>
        </p:txBody>
      </p:sp>
      <p:sp>
        <p:nvSpPr>
          <p:cNvPr id="8" name="Rectangle 7"/>
          <p:cNvSpPr/>
          <p:nvPr/>
        </p:nvSpPr>
        <p:spPr>
          <a:xfrm rot="2700000">
            <a:off x="713232" y="3346704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50109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Сверьте ученика, заказ или товар.</a:t>
            </a:r>
          </a:p>
        </p:txBody>
      </p:sp>
      <p:sp>
        <p:nvSpPr>
          <p:cNvPr id="10" name="Rectangle 9"/>
          <p:cNvSpPr/>
          <p:nvPr/>
        </p:nvSpPr>
        <p:spPr>
          <a:xfrm rot="2700000">
            <a:off x="713232" y="3913632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50109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Не повторяйте финансовую кнопку.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713232" y="4480560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50109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Обновите данные после результата.</a:t>
            </a:r>
          </a:p>
        </p:txBody>
      </p:sp>
      <p:sp>
        <p:nvSpPr>
          <p:cNvPr id="14" name="Rectangle 13"/>
          <p:cNvSpPr/>
          <p:nvPr/>
        </p:nvSpPr>
        <p:spPr>
          <a:xfrm rot="2700000">
            <a:off x="713232" y="5047488"/>
            <a:ext cx="91440" cy="91440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74336"/>
            <a:ext cx="50109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При ошибке сохраните контекст.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932688"/>
            <a:ext cx="5138928" cy="5084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14081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1172F"/>
                </a:solidFill>
                <a:latin typeface="Arial"/>
              </a:rPr>
              <a:t>Главный принцип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121408"/>
            <a:ext cx="4187952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3B1F68"/>
                </a:solidFill>
                <a:latin typeface="Arial"/>
              </a:rPr>
              <a:t>Статус в приложении должен соответствовать реальному действию: товар собран, доставлен, получен преподавателем или передан ученику.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39712" y="4187952"/>
            <a:ext cx="4187952" cy="932688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39712" y="4187952"/>
            <a:ext cx="54864" cy="93268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4315968"/>
            <a:ext cx="3858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Материалы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608576"/>
            <a:ext cx="38587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PPTX, PDF, текстовое руководство и отчет из 130 исправлений находятся в docs и output/pdf.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91088" y="6291072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BB9E8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