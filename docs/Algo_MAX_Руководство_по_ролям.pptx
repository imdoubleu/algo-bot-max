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7592" y="7132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609344"/>
            <a:ext cx="36576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Практическое</a:t>
            </a:r>
            <a:br/>
            <a:r>
              <a:rPr sz="3200" b="1">
                <a:solidFill>
                  <a:srgbClr val="FFFFFF"/>
                </a:solidFill>
                <a:latin typeface="Arial"/>
              </a:rPr>
              <a:t>руководство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907792"/>
            <a:ext cx="35478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Разделы приложения, конкретные кнопки и результат каждого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5138928"/>
            <a:ext cx="3346704" cy="5303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5294376"/>
            <a:ext cx="2962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23 экрана с указателями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144768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BB9E8"/>
                </a:solidFill>
                <a:latin typeface="Arial"/>
              </a:rPr>
              <a:t>Версия 5 · август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4064" y="585216"/>
            <a:ext cx="6528816" cy="1856231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84064" y="585216"/>
            <a:ext cx="652881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9" y="640080"/>
            <a:ext cx="627278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616" y="950976"/>
            <a:ext cx="2267711" cy="141731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084064" y="2606040"/>
            <a:ext cx="6528816" cy="1856231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84064" y="2606040"/>
            <a:ext cx="652881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2660904"/>
            <a:ext cx="627278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616" y="2971800"/>
            <a:ext cx="2267711" cy="1417319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084064" y="4626864"/>
            <a:ext cx="6528816" cy="162763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4064" y="4626864"/>
            <a:ext cx="652881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79" y="4681727"/>
            <a:ext cx="627278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496" y="4992624"/>
            <a:ext cx="1901952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НАВИГАЦИЯ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Содержание по разделам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1. Вход и главная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Профиль, роль, баланс, меню и выбор ребенка.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2. Магазин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Поиск, категории, фильтры, корзина и цифровой код.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3. Заказы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Склад, сборка, доставка, получение и выдача.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4. Ученики и 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Карточка ученика, начисление и контрольный отчет.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5. Рассылки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Получатели, площадки, группы, текст и проверка.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6. Управление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Сотрудники, данные, товары, склады и импорт.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Как пользоваться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Один экран соответствует одной операции. Номер на скриншоте совпадает с номером пояснения справа.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КАК ЧИТАТЬ РУКОВОДСТВО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Номер показывает точное место нажатия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Пример: Магазин -&gt; карточка товара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266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748263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12271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270511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34519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400098" y="544360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64106" y="550761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67328" y="2066543"/>
            <a:ext cx="782726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67328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Найдите элемент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2544" y="2478024"/>
            <a:ext cx="70957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Красный номер расположен непосредственно на кнопке или поле.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7328" y="3099815"/>
            <a:ext cx="782726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67328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31920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0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2544" y="3191256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Прочитайте действие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2544" y="3511296"/>
            <a:ext cx="70957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Такой же номер справа объясняет, что нажать и чего ожидать.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67328" y="4133087"/>
            <a:ext cx="782726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67328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31920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2544" y="4224527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52544" y="4544568"/>
            <a:ext cx="70957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Нижний блок каждого слайда сообщает, что должно измениться.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Если экран выглядит иначе, сначала проверьте свою роль, выбранного ребенка и рабочий город.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Вход, профиль и главная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Сначала убедитесь, от чьего имени открыта система.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Рабочий профиль и роль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Баланс и корзина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Основное меню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Выбор ребенка у родителя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ГЛАВНАЯ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Рабочий профиль и основное меню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557406" y="288182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21414" y="294583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089050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53058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837090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01098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557406" y="442642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21414" y="449043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раздел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Слева выберите нужный рабочий раздел.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Перед изменениями сверьте имя и текущую роль.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Посмотрите ближайшие заказы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 главной видны заказы, требующие внимания.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управление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Товары, сотрудники и данные находятся в «Управлении».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Название роли должно соответствовать задаче, а данные на главной — выбранному городу.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ГЛАВНАЯ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Профиль ученика, баланс и корзина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профиль ученика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546555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0563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656258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0266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439863" y="284414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03871" y="290815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497128" y="337157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61136" y="343558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Проверьте ученика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Имя показывает, для кого открыт кабинет.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Обновите баланс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Круговая стрелка заново запрашивает количество AC.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корзину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Счетчик показывает количество добавленных товаров.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Перейдите в раздел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Магазин, корзина, заказы и история AC доступны слева.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После обновления сравните время под балансом и новое количество AC.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ГЛАВНАЯ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Родитель переключается между детьми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переключатель «Ребенок»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04060" y="291949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68068" y="298350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656258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0266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762951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26959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5415149" y="521756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79157" y="528157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Нажмите имя нужного ребенка перед магазином или историей.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Сверьте баланс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Баланс относится только к выбранному ребенку.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Разверните карточку ребенка для показа кода.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Проверьте заказы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Список справа показывает заказы всех связанных детей.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После переключения имя ребенка должно измениться в заголовке, балансе, корзине и магазине.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ГЛАВНАЯ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Навигация преподавателя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Нижнее меню преподавателя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627" y="2432303"/>
            <a:ext cx="1590105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306048" y="51798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0056" y="52439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878486" y="51798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942494" y="52439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228309" y="51798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92317" y="52439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2419122" y="51798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83130" y="52439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67328" y="2066543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732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2544" y="2478024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Возвращает к ученикам, заказам и QR-кодам групп.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67328" y="2880360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6732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3192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2971800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3291840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Открывает выбор группы и учеников для начисления AC.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67328" y="3694176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93192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52544" y="3785615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4105656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Показывает только заказы учеников преподавателя.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7328" y="4507992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6732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192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52544" y="4599431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Еще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4919472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Открывает дополнительные доступные разделы.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На телефоне пункты не пропадают: дополнительные команды находятся в меню «Еще».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Магазин и покупка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От поиска награды до получения цифрового кода.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Поиск и категории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Фильтры и избранное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Цифровая автовыдача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Поиск, категории и избранное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294595" y="32962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58603" y="33602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883505" y="374830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47513" y="381231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897367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375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3064337" y="548127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128345" y="554528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Найдите товар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Введите часть названия в строку поиска.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категорию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Быстрые категории сразу сокращают каталог.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Оставьте товары в наличии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Фильтр скрывает позиции, которые нельзя заказать.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Нажмите «Подробнее», чтобы посмотреть описание и добавить товар.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Количество найденных товаров должно измениться после поиска или выбора категории.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Фильтры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 -&gt; Фильтры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266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730855" y="32962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94863" y="33602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643813" y="37106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07821" y="37746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287919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51927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347873" y="544360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11881" y="550761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67328" y="2066543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732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2544" y="2478024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Введите название и дождитесь обновления каталога.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67328" y="2880360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6732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3192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2971800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Категория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3291840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Лента категорий прокручивается пальцем по горизонтали.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67328" y="3694176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93192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52544" y="3785615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Фильтры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4105656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Откройте сортировку, наличие и избранное.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7328" y="4507992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6732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192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52544" y="4599431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Подробнее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4919472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Откройте карточку выбранной награды.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Закройте фильтры после применения: карточки должны обновиться без перезагрузки страницы.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суммы перед оформлением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83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414161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78169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376557" y="32962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0565" y="33602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831199" y="427573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95207" y="433974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47088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67328" y="2066543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732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Измените количество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2544" y="2478024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Кнопки минус и плюс пересчитывают сумму.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67328" y="2880360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6732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3192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2971800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Удалите позицию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3291840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Корзина и итог обновятся сразу.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67328" y="3694176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93192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52544" y="3785615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Сверьте остаток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4105656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Проверьте итог и баланс после покупки.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7328" y="4507992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6732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192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52544" y="4599431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Оформите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4919472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Нажмите желтую кнопку один раз и дождитесь результата.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Новый заказ появится в разделе «Заказы», а баланс уменьшится на итог корзины.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Где получить автоматически выданный 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Выполненные -&gt; карточка цифрового заказа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278" y="2432303"/>
            <a:ext cx="16888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475488" y="269345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39496" y="275746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766191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30199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783080" y="495385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47088" y="501786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360879" y="55942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24887" y="56583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67328" y="2066543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732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Закрыть карточку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2544" y="2478024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Возвращает в список заказов без изменения кода.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67328" y="2880360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6732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3192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2971800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Найдите код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3291840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Код хранится только внутри выполненного заказа.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67328" y="3694176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93192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52544" y="3785615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Скопируйте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4105656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Нажмите «Копировать» и вставьте код в нужном сервисе.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7328" y="4507992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6732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192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52544" y="4599431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Проверьте историю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4919472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Статус сообщает, что цифровой товар уже выдан.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Повторно купить или активировать тот же код нельзя: после выдачи он становится неактивным.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Заказы и выдача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Статус меняется только после фактического действия.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Собрать товары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Доставить на площадку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Получить и передать ученику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Статусы и быстрые действия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06832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70840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957645" y="404969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21653" y="411370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680972" y="404969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44980" y="411370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5957645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21653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Фильтр по этапу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Нажмите статус, чтобы оставить нужную очередь.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Следующее действие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Желтая кнопка соответствует текущему этапу заказа.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Дополнительные действия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Меню содержит отмену и доступные административные операции.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Продвиньте заказ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Кнопка меняется после доставки и получения преподавателем.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Статус на карточке должен измениться и появиться в истории заказа.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Назначение склада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43782" y="337157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07790" y="343558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450713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14721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220455" y="484083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84463" y="490484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6741249" y="484083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05257" y="490484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этап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Вкладка показывает только заказы без подтвержденного склада.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Найдите заказ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Ищите по номеру, ученику или товару.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заказ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Галочка включает заказ в массовое подтверждение.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Стрелка показывает состав и выбор склада для каждой позиции.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После подтверждения складов заказ останется в списке до нажатия кнопки обновления.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Подтверждение склада в карточке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 -&gt; склад для списания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3" y="2951053"/>
            <a:ext cx="2816352" cy="272982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783080" y="414196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47088" y="420597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783080" y="526119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47088" y="532520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022274" y="296813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86282" y="303214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67328" y="2066543"/>
            <a:ext cx="782726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67328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2544" y="2478024"/>
            <a:ext cx="70957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Список показывает доступный остаток по товару.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7328" y="3099815"/>
            <a:ext cx="782726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67328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31920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0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2544" y="3191256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2544" y="3511296"/>
            <a:ext cx="70957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Кнопка фиксирует склады для всех позиций заказа.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67328" y="4133087"/>
            <a:ext cx="782726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67328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31920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2544" y="4224527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Закройте без сохранения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52544" y="4544568"/>
            <a:ext cx="70957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Крестик оставляет заказ зарезервированным.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Заказ перейдет в «Собрать», а остаток будет зарезервирован на выбранном складе.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Чек-лист сборки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84891" y="337157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48899" y="343558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280733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44741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510991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4999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6198754" y="551895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62762" y="558296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сборку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Список объединяет одинаковые товары по складам.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Отметьте товар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Галочка означает, что нужное количество физически взято.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Используйте поиск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Найдите конкретный товар или ученика.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Подтвердите сборку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Только эта кнопка переводит полностью собранные заказы дальше.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Отмеченный товар не должен исчезать до подтверждения сборки и обновления списка.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Распределение по площадкам и преподавателям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16" y="2432303"/>
            <a:ext cx="7119359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12528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76536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971785" y="42003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5793" y="42643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89078" y="50291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53086" y="50932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7172207" y="50291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36215" y="50932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этап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Показываются полностью собранные заказы.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Сверьте заказ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Проверьте ученика, товары и площадку.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Отметьте доставку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Нажмите действие только после фактической доставки.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меню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Дополнительные действия доступны администратору и директору.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Доставленный заказ перейдет в статус «На площадке» и станет доступен преподавателю.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Преподаватель подтверждает получение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преподавателя -&gt; На площадке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266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783080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47088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730855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94863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427185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91193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67328" y="2066543"/>
            <a:ext cx="782726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67328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Сверьте ученика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2544" y="2478024"/>
            <a:ext cx="70957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Имя и состав должны относиться к вашей группе.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7328" y="3099815"/>
            <a:ext cx="782726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67328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31920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0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2544" y="3191256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2544" y="3511296"/>
            <a:ext cx="70957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Нажмите после передачи товара преподавателю.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67328" y="4133087"/>
            <a:ext cx="782726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67328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31920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2544" y="4224527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Дополнительные действия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52544" y="4544568"/>
            <a:ext cx="70957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Меню не дает преподавателю отменять заказ.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После подтверждения заказ перейдет в «У учителя» и будет ждать передачи ребенку.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Ученики и астрокоины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Поиск ученика, начисление и проверка истории.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Карточка и история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Групповое начисление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Фильтры отчета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Ручная корректировка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Найдите ученика и откройте карточку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643" y="2432303"/>
            <a:ext cx="568490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15760" y="284414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79768" y="290815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446571" y="284414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10579" y="290815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41099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05107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419589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25990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Введите запрос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Ищите по ФИО, группе, ID или преподавателю.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Фильтр ограничивает список конкретной группой.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ученика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Нажмите строку или стрелку справа.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Проверьте историю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Внутри видны импорт, обновления, статус и изменение баланса.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Количество найденных учеников и выбранная группа должны соответствовать фильтрам.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Начислите выбранным ученикам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893" y="2432303"/>
            <a:ext cx="160357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767044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31052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767044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31052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189757" y="563197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253765" y="569598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2135866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99874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67328" y="2066543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732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2544" y="2478024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Список ниже обновится по выбранной группе.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67328" y="2880360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6732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3192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2971800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Укажите причину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3291840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Сумма выбирается из связанного правила города.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67328" y="3694176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93192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52544" y="3785615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Отметьте ученика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4105656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Можно выбрать одного или несколько детей.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7328" y="4507992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6732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192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52544" y="4599431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Начислите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4919472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Кнопка показывает количество выбранных учеников.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После начисления галочки сбросятся, а новые записи появятся в балансе и отчете AC.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261" y="2432303"/>
            <a:ext cx="6341668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065995" y="31455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30003" y="32095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763578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27586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553913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17921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6631996" y="31455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96004" y="32095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Используйте быстрый период или даты вручную.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преподавателя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Можно оставить всех преподавателей.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Фильтры преподавателя и группы работают вместе.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Покажите отчет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Сводные показатели и операции пересчитаются.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Откройте строку операции и сверьте ученика, сумму, причину и автора начисления.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Изменение статуса и баланса вручную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ученика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История учеников -&gt; поиск -&gt; открыть карточку.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статус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новое состояние и укажите понятную причину.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баланс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итоговое количество AC, а не сумму прибавления.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Подтвердите действие и обновите карточку.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историю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Новая запись должна содержать автора, дату, старое и новое значение.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Кому доступно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Преподаватель видит своих учеников.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Куратор видит разрешенные группы.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Администратор и директор меняют статус и баланс.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Суперадминистратор работает в выбранном городе.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Баланс не редактируется без причины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Причина нужна для истории и последующей проверки спорной операции.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Рассылки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Сначала получатели, затем текст и финальная проверка.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Категория получателей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Формат занятий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Площадки и группы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Текст, фото и предпросмотр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Выберите получателей без пересечения аудиторий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493" y="2432303"/>
            <a:ext cx="3439205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349438" y="36729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13446" y="37369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3349438" y="427573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13446" y="433974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521399" y="472781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85407" y="479182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3693359" y="544360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57367" y="550761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Категория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Выберите учеников, родителей или обе категории.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Формат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Очные, онлайн и индивидуальные определяются по названию группы.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Площадка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Можно выбрать несколько сохраненных площадок.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Конкретные группы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Галочки уточняют итоговую аудиторию.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Перед переходом дальше проверьте количество подходящих групп и выбранные условия.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площадки по словам и группам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Площадки -&gt; Добавить или изменить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3" y="2880225"/>
            <a:ext cx="2816352" cy="2871484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726752" y="334078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90760" y="340479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754916" y="385764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8924" y="392165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163482" y="48626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227490" y="49266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2656149" y="53508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20157" y="54148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67328" y="2066543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732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Назовите площадку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2544" y="2478024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Используйте понятный сотрудникам адрес или название.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67328" y="2880360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6732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3192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2971800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Добавьте слова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3291840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Группы подбираются по совпадениям в названии.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67328" y="3694176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93192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52544" y="3785615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Уточните вручную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4105656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Галочки имеют приоритет над автоматическим подбором.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7328" y="4507992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6732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192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52544" y="4599431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4919472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Площадка появится среди фильтров рассылки.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После сохранения откройте площадку повторно и проверьте, что выбранные группы не изменились.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Текст, изображение и отправка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«Далее»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выбора аудитории откроется шаг «Новость».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сообщение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Напишите заголовок и текст; обычные эмодзи можно вставлять с клавиатуры.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фото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одно изображение и дождитесь предпросмотра.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 третьем шаге сверьте аудиторию, текст, фото и количество получателей.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Отправьте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подтверждение один раз и дождитесь итоговой статистики.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Перед отправкой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Нет персональных данных чужой группы.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Указаны дата и место события.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Ссылка открывается на телефоне.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Фото не содержит лишнего текста.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Черновик сохраняется автоматически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Можно вернуться на предыдущий шаг и изменить аудиторию до финальной отправки.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Управление филиалом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Работайте только после проверки текущего города.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Сводка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Сотрудники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Товары и остатки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Склады и импорт данных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Переход между рабочими вкладками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3" y="3067065"/>
            <a:ext cx="7370064" cy="2497804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904878" y="423723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68886" y="430124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936687" y="423723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00695" y="430124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042196" y="423723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06204" y="430124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5000304" y="423723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64312" y="430124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2066543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3104" y="24780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Роли, приглашения и персональные уведомления.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2880360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971800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3291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Создание товара, цифровые коды и количество на складах.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3694176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3785615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Склады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4105656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Названия, адреса и основной склад сотрудника.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7888" y="4507992"/>
            <a:ext cx="334670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3104" y="4599431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Импорт данных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3104" y="491947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Проверка и загрузка XLSX с учениками и группами.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Перед открытием вкладки проверьте город в верхней панели: данные филиалов не смешиваются.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одноразового приглашения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 -&gt; Ссылка для нового сотрудника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378" y="2432303"/>
            <a:ext cx="16966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783080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47088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783080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47088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783080" y="412504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47088" y="418904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2393856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57864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67328" y="2066543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732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2544" y="2478024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Доступный список зависит от прав приглашающего.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67328" y="2880360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6732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3192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2971800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Создайте ссылку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3291840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Она действует семь дней и срабатывает один раз.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67328" y="3694176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93192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52544" y="3785615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Закройте форму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4105656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Ссылка не создается, если роль не выбрана.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7328" y="4507992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6732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192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52544" y="4599431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Управляйте ролью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4919472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Меню сотрудника позволяет настроить или отозвать доступ.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После перехода по ссылке новый сотрудник должен появиться во вкладке «Активные».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добавить товар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товары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Управление -&gt; Товары и остатки -&gt; Добавить товар.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карточку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название, категорию, цену, описание и загрузите изображение.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тип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цифровой награды включите автовыдачу и добавьте коды. Для обычной оставьте выдачу со склада.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Укажите остатки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этой же карточке выберите склады и количество на каждом складе.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отображение товара в магазине и фактический остаток.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Важно перед публикацией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Название помещается в карточку.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Цена больше нуля.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Есть фото или понятная заглушка.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Для цифрового товара загружены активные коды.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Артикул вручную не нужен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Система формирует технический идентификатор автоматически.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создать склад и сделать его основным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склады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Управление -&gt; Склады.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склад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склад», укажите название и адрес или примечание.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склад появился в списке и доступен в карточках товаров.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Назначьте основной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склад в поле «Мой основной склад» и нажмите «Сохранить».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Основной склад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Подставляется заранее в новых заказах.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Можно изменить перед подтверждением.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Каждый сотрудник выбирает свой склад.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Изменение не переносит старые заказы.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Код и тип склада не заполняются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Пользователю нужны только понятное название и адрес или примечание.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импортировать учеников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Управление -&gt; Импорт данных -&gt; Скачать шаблон.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второй лист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 переименовывайте обязательные колонки; лишние листы и поля будут проигнорированы.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файл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состав выгрузки и загрузите XLSX.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«Проверить файл» и просмотрите города, группы, преподавателей и ошибки.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Запустите импорт только после корректного предпросмотра.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Как распределяется город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Город берется из колонки файла.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Сопоставляется с существующим городом системы.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Неизвестный город блокирует запись строки.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Повторный импорт обновляет ученика по ID.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Сначала проверка, потом запись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Кнопка проверки не изменяет базу и подходит для безопасной сверки файла.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QR-коды и помощь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Доступ ребенка создается только при активной связи родителя.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QR-код ребенка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Копирование ссылки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Сохранение изображения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Раздел помощи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Показать ребенку QR-код или скопировать ссылку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родителя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2962656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2962656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27066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600" y="2432303"/>
            <a:ext cx="1928160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783080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47088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783080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47088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783080" y="51798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47088" y="52439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" y="55942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47088" y="56583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67328" y="2066543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7328" y="2066543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192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2157984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2544" y="2478024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Каждый код привязывает только один детский профиль.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67328" y="2880360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67328" y="2880360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31920" y="3017520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026664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2971800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Увеличьте QR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3291840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Нажмите на код для яркого полноэкранного режима.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67328" y="3694176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3694176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931920" y="383133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384048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52544" y="3785615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Сохраните картинку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2544" y="4105656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Файл можно передать ребенку отдельно.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7328" y="4507992"/>
            <a:ext cx="7827264" cy="740664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67328" y="4507992"/>
            <a:ext cx="54864" cy="740664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1920" y="4645152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654296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52544" y="4599431"/>
            <a:ext cx="70957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Скопируйте ссылку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4919472"/>
            <a:ext cx="7095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Используйте ссылку вместо сканирования на том же устройстве.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67328" y="5394960"/>
            <a:ext cx="782726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6732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68496" y="5504688"/>
            <a:ext cx="7498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8496" y="5760720"/>
            <a:ext cx="7498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При отзыве родительской связи детский вход перестанет работать автоматически.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ПОМОЩЬ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Где будет встроенная инструкция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Помощь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51636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51636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2603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3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497128" y="45017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61136" y="45657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028773" y="36729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092781" y="37369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7888" y="2066543"/>
            <a:ext cx="334670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47888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0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2157984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Откройте помощь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3104" y="2478024"/>
            <a:ext cx="261518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Пункт доступен из основного меню каждой роли.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47888" y="3099815"/>
            <a:ext cx="3346704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7888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0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3191256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Скоро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3104" y="3511296"/>
            <a:ext cx="261518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Пока встроенный раздел закрыт и показывает служебную страницу.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47888" y="5394960"/>
            <a:ext cx="3346704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47888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9056" y="55046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9056" y="576072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E687D"/>
                </a:solidFill>
                <a:latin typeface="Arial"/>
              </a:rPr>
              <a:t>До публикации встроенной справки используйте эту презентацию и текстовый каталог действий.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по разделам · Algo MAX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ЕЖЕДНЕВНАЯ РАБОТА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Короткий чек-лист по ролям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Проверить ребенка и баланс -&gt; выбрать товар -&gt; оформить -&gt; следить за статусом.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Выбрать группу -&gt; начислить AC -&gt; получить доставленные заказы -&gt; передать детям.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Проверить своих учеников и заказы -&gt; подготовить адресную рассылку.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Назначить склады -&gt; собрать -&gt; распределить -&gt; обновить статусы и остатки.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Проверить отчет AC, сотрудников, заказы, товары и выбранный город.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Переключить город -&gt; проверить изоляцию -&gt; управлять партнерами и директорами.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Любое действие заканчивается проверкой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Дождитесь сообщения, обновите список и откройте историю связанного заказа или ученика.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F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621792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640080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74980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541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Перед подтверждением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713232" y="2779776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06624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Проверьте роль и город.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713232" y="3346704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73552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Сверьте ученика, заказ или товар.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713232" y="391363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Не нажимайте финансовую кнопку повторно.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713232" y="448056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07408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Обновите список после результата.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713232" y="5047488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74336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При ошибке запишите номер и время.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932688"/>
            <a:ext cx="5138928" cy="5084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140817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1172F"/>
                </a:solidFill>
                <a:latin typeface="Arial"/>
              </a:rPr>
              <a:t>Главный принцип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9712" y="2121408"/>
            <a:ext cx="4187952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B1F68"/>
                </a:solidFill>
                <a:latin typeface="Arial"/>
              </a:rPr>
              <a:t>Статус в приложении должен соответствовать реальному действию: товар собран, доставлен, получен преподавателем или передан ученику.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9712" y="4187952"/>
            <a:ext cx="41879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39712" y="4187952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315968"/>
            <a:ext cx="3858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Материалы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608576"/>
            <a:ext cx="38587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Редактируемая презентация, PDF и текстовый каталог находятся в папке docs.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91088" y="6291072"/>
            <a:ext cx="566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